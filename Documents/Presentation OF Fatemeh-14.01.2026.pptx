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8" r:id="rId4"/>
    <p:sldId id="279" r:id="rId5"/>
    <p:sldId id="258" r:id="rId6"/>
    <p:sldId id="269" r:id="rId7"/>
    <p:sldId id="270" r:id="rId8"/>
    <p:sldId id="271" r:id="rId9"/>
    <p:sldId id="272" r:id="rId10"/>
    <p:sldId id="280" r:id="rId11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2C5884"/>
    <a:srgbClr val="33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84637-13F6-5992-BFB7-64508D1599C5}" v="2" dt="2026-01-12T17:08:05.800"/>
    <p1510:client id="{757F05C1-CC6A-BED7-9554-45AA5AEE7063}" v="2" dt="2026-01-12T16:04:00.007"/>
    <p1510:client id="{C02B7916-6EFD-4436-9C4E-4BD873DFDC7B}" v="131" dt="2026-01-12T09:26:44.513"/>
    <p1510:client id="{F7A5353A-30DC-129A-E6A6-A2E65A95B646}" v="68" dt="2026-01-12T16:35:06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5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benutzer" userId="S::urn:spo:tenantanon#7067dcf2-8803-4ec4-aad2-b3bc0a244640::" providerId="AD" clId="Web-{757F05C1-CC6A-BED7-9554-45AA5AEE7063}"/>
    <pc:docChg chg="addSld">
      <pc:chgData name="Gastbenutzer" userId="S::urn:spo:tenantanon#7067dcf2-8803-4ec4-aad2-b3bc0a244640::" providerId="AD" clId="Web-{757F05C1-CC6A-BED7-9554-45AA5AEE7063}" dt="2026-01-12T16:04:00.007" v="1"/>
      <pc:docMkLst>
        <pc:docMk/>
      </pc:docMkLst>
      <pc:sldChg chg="new">
        <pc:chgData name="Gastbenutzer" userId="S::urn:spo:tenantanon#7067dcf2-8803-4ec4-aad2-b3bc0a244640::" providerId="AD" clId="Web-{757F05C1-CC6A-BED7-9554-45AA5AEE7063}" dt="2026-01-12T16:03:57.694" v="0"/>
        <pc:sldMkLst>
          <pc:docMk/>
          <pc:sldMk cId="961704018" sldId="278"/>
        </pc:sldMkLst>
      </pc:sldChg>
      <pc:sldChg chg="new">
        <pc:chgData name="Gastbenutzer" userId="S::urn:spo:tenantanon#7067dcf2-8803-4ec4-aad2-b3bc0a244640::" providerId="AD" clId="Web-{757F05C1-CC6A-BED7-9554-45AA5AEE7063}" dt="2026-01-12T16:04:00.007" v="1"/>
        <pc:sldMkLst>
          <pc:docMk/>
          <pc:sldMk cId="1123596558" sldId="279"/>
        </pc:sldMkLst>
      </pc:sldChg>
    </pc:docChg>
  </pc:docChgLst>
  <pc:docChgLst>
    <pc:chgData name="Dike Gan" userId="1e31dd42-57c4-40f4-b2a2-244a1677b87d" providerId="ADAL" clId="{9889DAB6-4620-409A-A72F-1E03387EACB0}"/>
    <pc:docChg chg="undo custSel addSld delSld modSld">
      <pc:chgData name="Dike Gan" userId="1e31dd42-57c4-40f4-b2a2-244a1677b87d" providerId="ADAL" clId="{9889DAB6-4620-409A-A72F-1E03387EACB0}" dt="2026-01-12T09:26:44.513" v="191" actId="1076"/>
      <pc:docMkLst>
        <pc:docMk/>
      </pc:docMkLst>
      <pc:sldChg chg="addSp delSp modSp mod modClrScheme chgLayout">
        <pc:chgData name="Dike Gan" userId="1e31dd42-57c4-40f4-b2a2-244a1677b87d" providerId="ADAL" clId="{9889DAB6-4620-409A-A72F-1E03387EACB0}" dt="2026-01-12T06:00:56.628" v="71" actId="1076"/>
        <pc:sldMkLst>
          <pc:docMk/>
          <pc:sldMk cId="80806953" sldId="263"/>
        </pc:sldMkLst>
        <pc:spChg chg="mod">
          <ac:chgData name="Dike Gan" userId="1e31dd42-57c4-40f4-b2a2-244a1677b87d" providerId="ADAL" clId="{9889DAB6-4620-409A-A72F-1E03387EACB0}" dt="2026-01-12T05:59:56.860" v="56" actId="26606"/>
          <ac:spMkLst>
            <pc:docMk/>
            <pc:sldMk cId="80806953" sldId="263"/>
            <ac:spMk id="2" creationId="{31BE65F1-74B0-C420-91BD-C6DB9A9B8E28}"/>
          </ac:spMkLst>
        </pc:spChg>
        <pc:spChg chg="mod ord">
          <ac:chgData name="Dike Gan" userId="1e31dd42-57c4-40f4-b2a2-244a1677b87d" providerId="ADAL" clId="{9889DAB6-4620-409A-A72F-1E03387EACB0}" dt="2026-01-12T06:00:23.066" v="62" actId="20577"/>
          <ac:spMkLst>
            <pc:docMk/>
            <pc:sldMk cId="80806953" sldId="263"/>
            <ac:spMk id="3" creationId="{EFF5261E-D461-444A-025D-8D65D1D67BA4}"/>
          </ac:spMkLst>
        </pc:spChg>
        <pc:spChg chg="add mod">
          <ac:chgData name="Dike Gan" userId="1e31dd42-57c4-40f4-b2a2-244a1677b87d" providerId="ADAL" clId="{9889DAB6-4620-409A-A72F-1E03387EACB0}" dt="2026-01-12T06:00:54.242" v="70" actId="1076"/>
          <ac:spMkLst>
            <pc:docMk/>
            <pc:sldMk cId="80806953" sldId="263"/>
            <ac:spMk id="10" creationId="{386849C8-351E-0C25-AF40-6C952AFBFC66}"/>
          </ac:spMkLst>
        </pc:spChg>
        <pc:spChg chg="add del mod">
          <ac:chgData name="Dike Gan" userId="1e31dd42-57c4-40f4-b2a2-244a1677b87d" providerId="ADAL" clId="{9889DAB6-4620-409A-A72F-1E03387EACB0}" dt="2026-01-12T05:58:25.232" v="36" actId="26606"/>
          <ac:spMkLst>
            <pc:docMk/>
            <pc:sldMk cId="80806953" sldId="263"/>
            <ac:spMk id="12" creationId="{18B0DB0B-6390-938A-B63D-C23F91F3F968}"/>
          </ac:spMkLst>
        </pc:spChg>
        <pc:spChg chg="add del mod">
          <ac:chgData name="Dike Gan" userId="1e31dd42-57c4-40f4-b2a2-244a1677b87d" providerId="ADAL" clId="{9889DAB6-4620-409A-A72F-1E03387EACB0}" dt="2026-01-12T05:58:25.232" v="36" actId="26606"/>
          <ac:spMkLst>
            <pc:docMk/>
            <pc:sldMk cId="80806953" sldId="263"/>
            <ac:spMk id="14" creationId="{FC67FB54-E124-DCA0-DEC4-553E9AB67D5B}"/>
          </ac:spMkLst>
        </pc:spChg>
        <pc:picChg chg="add del mod">
          <ac:chgData name="Dike Gan" userId="1e31dd42-57c4-40f4-b2a2-244a1677b87d" providerId="ADAL" clId="{9889DAB6-4620-409A-A72F-1E03387EACB0}" dt="2026-01-12T05:53:41.067" v="14" actId="21"/>
          <ac:picMkLst>
            <pc:docMk/>
            <pc:sldMk cId="80806953" sldId="263"/>
            <ac:picMk id="5" creationId="{2C30EBD9-B40A-F54A-A879-2EA688D23D87}"/>
          </ac:picMkLst>
        </pc:picChg>
        <pc:picChg chg="add del mod">
          <ac:chgData name="Dike Gan" userId="1e31dd42-57c4-40f4-b2a2-244a1677b87d" providerId="ADAL" clId="{9889DAB6-4620-409A-A72F-1E03387EACB0}" dt="2026-01-12T05:58:56.744" v="45" actId="478"/>
          <ac:picMkLst>
            <pc:docMk/>
            <pc:sldMk cId="80806953" sldId="263"/>
            <ac:picMk id="7" creationId="{790FEAC7-0E77-BB59-9167-4F4BBB3B112C}"/>
          </ac:picMkLst>
        </pc:picChg>
        <pc:picChg chg="add mod">
          <ac:chgData name="Dike Gan" userId="1e31dd42-57c4-40f4-b2a2-244a1677b87d" providerId="ADAL" clId="{9889DAB6-4620-409A-A72F-1E03387EACB0}" dt="2026-01-12T06:00:56.628" v="71" actId="1076"/>
          <ac:picMkLst>
            <pc:docMk/>
            <pc:sldMk cId="80806953" sldId="263"/>
            <ac:picMk id="9" creationId="{918B4CC4-8E7A-03E1-8712-812FDF92D978}"/>
          </ac:picMkLst>
        </pc:picChg>
      </pc:sldChg>
      <pc:sldChg chg="del mod modShow">
        <pc:chgData name="Dike Gan" userId="1e31dd42-57c4-40f4-b2a2-244a1677b87d" providerId="ADAL" clId="{9889DAB6-4620-409A-A72F-1E03387EACB0}" dt="2026-01-12T08:28:25.350" v="74" actId="2696"/>
        <pc:sldMkLst>
          <pc:docMk/>
          <pc:sldMk cId="3153130724" sldId="264"/>
        </pc:sldMkLst>
      </pc:sldChg>
      <pc:sldChg chg="modSp mod">
        <pc:chgData name="Dike Gan" userId="1e31dd42-57c4-40f4-b2a2-244a1677b87d" providerId="ADAL" clId="{9889DAB6-4620-409A-A72F-1E03387EACB0}" dt="2026-01-12T08:48:38.898" v="97" actId="1076"/>
        <pc:sldMkLst>
          <pc:docMk/>
          <pc:sldMk cId="378023840" sldId="266"/>
        </pc:sldMkLst>
        <pc:spChg chg="mod">
          <ac:chgData name="Dike Gan" userId="1e31dd42-57c4-40f4-b2a2-244a1677b87d" providerId="ADAL" clId="{9889DAB6-4620-409A-A72F-1E03387EACB0}" dt="2026-01-12T08:48:38.898" v="97" actId="1076"/>
          <ac:spMkLst>
            <pc:docMk/>
            <pc:sldMk cId="378023840" sldId="266"/>
            <ac:spMk id="3" creationId="{49224E5A-877E-5993-70ED-F9EDE2828405}"/>
          </ac:spMkLst>
        </pc:spChg>
      </pc:sldChg>
      <pc:sldChg chg="addSp delSp modSp new add del mod">
        <pc:chgData name="Dike Gan" userId="1e31dd42-57c4-40f4-b2a2-244a1677b87d" providerId="ADAL" clId="{9889DAB6-4620-409A-A72F-1E03387EACB0}" dt="2026-01-12T08:16:26.965" v="73" actId="47"/>
        <pc:sldMkLst>
          <pc:docMk/>
          <pc:sldMk cId="2036084947" sldId="273"/>
        </pc:sldMkLst>
        <pc:spChg chg="mod">
          <ac:chgData name="Dike Gan" userId="1e31dd42-57c4-40f4-b2a2-244a1677b87d" providerId="ADAL" clId="{9889DAB6-4620-409A-A72F-1E03387EACB0}" dt="2026-01-12T05:53:50.911" v="16" actId="26606"/>
          <ac:spMkLst>
            <pc:docMk/>
            <pc:sldMk cId="2036084947" sldId="273"/>
            <ac:spMk id="2" creationId="{15485370-2ED5-27BF-1CE7-1923C08DB8F8}"/>
          </ac:spMkLst>
        </pc:spChg>
        <pc:spChg chg="del">
          <ac:chgData name="Dike Gan" userId="1e31dd42-57c4-40f4-b2a2-244a1677b87d" providerId="ADAL" clId="{9889DAB6-4620-409A-A72F-1E03387EACB0}" dt="2026-01-12T05:53:43.402" v="15"/>
          <ac:spMkLst>
            <pc:docMk/>
            <pc:sldMk cId="2036084947" sldId="273"/>
            <ac:spMk id="3" creationId="{A64F7A98-44D8-A5CD-73AD-C788C43DC383}"/>
          </ac:spMkLst>
        </pc:spChg>
        <pc:picChg chg="add mod">
          <ac:chgData name="Dike Gan" userId="1e31dd42-57c4-40f4-b2a2-244a1677b87d" providerId="ADAL" clId="{9889DAB6-4620-409A-A72F-1E03387EACB0}" dt="2026-01-12T05:54:21.495" v="21" actId="14100"/>
          <ac:picMkLst>
            <pc:docMk/>
            <pc:sldMk cId="2036084947" sldId="273"/>
            <ac:picMk id="5" creationId="{2C30EBD9-B40A-F54A-A879-2EA688D23D87}"/>
          </ac:picMkLst>
        </pc:picChg>
      </pc:sldChg>
      <pc:sldChg chg="addSp delSp modSp new mod">
        <pc:chgData name="Dike Gan" userId="1e31dd42-57c4-40f4-b2a2-244a1677b87d" providerId="ADAL" clId="{9889DAB6-4620-409A-A72F-1E03387EACB0}" dt="2026-01-12T09:21:23.739" v="121" actId="14100"/>
        <pc:sldMkLst>
          <pc:docMk/>
          <pc:sldMk cId="2374543981" sldId="274"/>
        </pc:sldMkLst>
        <pc:spChg chg="mod">
          <ac:chgData name="Dike Gan" userId="1e31dd42-57c4-40f4-b2a2-244a1677b87d" providerId="ADAL" clId="{9889DAB6-4620-409A-A72F-1E03387EACB0}" dt="2026-01-12T09:19:56.810" v="103" actId="20577"/>
          <ac:spMkLst>
            <pc:docMk/>
            <pc:sldMk cId="2374543981" sldId="274"/>
            <ac:spMk id="2" creationId="{AF527941-E93C-F48D-FDF9-46EC329555E0}"/>
          </ac:spMkLst>
        </pc:spChg>
        <pc:spChg chg="del">
          <ac:chgData name="Dike Gan" userId="1e31dd42-57c4-40f4-b2a2-244a1677b87d" providerId="ADAL" clId="{9889DAB6-4620-409A-A72F-1E03387EACB0}" dt="2026-01-12T09:20:21.602" v="104"/>
          <ac:spMkLst>
            <pc:docMk/>
            <pc:sldMk cId="2374543981" sldId="274"/>
            <ac:spMk id="3" creationId="{A78191A8-8C89-9E7A-66D6-96C8A9880D58}"/>
          </ac:spMkLst>
        </pc:spChg>
        <pc:spChg chg="add del mod">
          <ac:chgData name="Dike Gan" userId="1e31dd42-57c4-40f4-b2a2-244a1677b87d" providerId="ADAL" clId="{9889DAB6-4620-409A-A72F-1E03387EACB0}" dt="2026-01-12T09:20:39.166" v="106"/>
          <ac:spMkLst>
            <pc:docMk/>
            <pc:sldMk cId="2374543981" sldId="274"/>
            <ac:spMk id="6" creationId="{53A578CC-AB87-758A-5591-7C5C8FE8EA8E}"/>
          </ac:spMkLst>
        </pc:spChg>
        <pc:picChg chg="add del mod">
          <ac:chgData name="Dike Gan" userId="1e31dd42-57c4-40f4-b2a2-244a1677b87d" providerId="ADAL" clId="{9889DAB6-4620-409A-A72F-1E03387EACB0}" dt="2026-01-12T09:20:24.189" v="105" actId="478"/>
          <ac:picMkLst>
            <pc:docMk/>
            <pc:sldMk cId="2374543981" sldId="274"/>
            <ac:picMk id="5" creationId="{B6CDCE55-6BF3-ED00-4B64-BC4E10A6C4F1}"/>
          </ac:picMkLst>
        </pc:picChg>
        <pc:picChg chg="add mod">
          <ac:chgData name="Dike Gan" userId="1e31dd42-57c4-40f4-b2a2-244a1677b87d" providerId="ADAL" clId="{9889DAB6-4620-409A-A72F-1E03387EACB0}" dt="2026-01-12T09:21:23.739" v="121" actId="14100"/>
          <ac:picMkLst>
            <pc:docMk/>
            <pc:sldMk cId="2374543981" sldId="274"/>
            <ac:picMk id="8" creationId="{0281830F-4299-79B3-A6E4-94D6980AEE63}"/>
          </ac:picMkLst>
        </pc:picChg>
        <pc:picChg chg="add mod">
          <ac:chgData name="Dike Gan" userId="1e31dd42-57c4-40f4-b2a2-244a1677b87d" providerId="ADAL" clId="{9889DAB6-4620-409A-A72F-1E03387EACB0}" dt="2026-01-12T09:21:18.614" v="119" actId="14100"/>
          <ac:picMkLst>
            <pc:docMk/>
            <pc:sldMk cId="2374543981" sldId="274"/>
            <ac:picMk id="10" creationId="{597C606B-F20A-178B-14F0-1B8B2540FD53}"/>
          </ac:picMkLst>
        </pc:picChg>
      </pc:sldChg>
      <pc:sldChg chg="addSp delSp modSp new del">
        <pc:chgData name="Dike Gan" userId="1e31dd42-57c4-40f4-b2a2-244a1677b87d" providerId="ADAL" clId="{9889DAB6-4620-409A-A72F-1E03387EACB0}" dt="2026-01-12T09:25:11.108" v="154" actId="2696"/>
        <pc:sldMkLst>
          <pc:docMk/>
          <pc:sldMk cId="1372225479" sldId="275"/>
        </pc:sldMkLst>
        <pc:spChg chg="mod">
          <ac:chgData name="Dike Gan" userId="1e31dd42-57c4-40f4-b2a2-244a1677b87d" providerId="ADAL" clId="{9889DAB6-4620-409A-A72F-1E03387EACB0}" dt="2026-01-12T09:21:53.670" v="123"/>
          <ac:spMkLst>
            <pc:docMk/>
            <pc:sldMk cId="1372225479" sldId="275"/>
            <ac:spMk id="2" creationId="{ED801A10-194F-BD86-0268-2BC7C2F69A17}"/>
          </ac:spMkLst>
        </pc:spChg>
        <pc:spChg chg="del">
          <ac:chgData name="Dike Gan" userId="1e31dd42-57c4-40f4-b2a2-244a1677b87d" providerId="ADAL" clId="{9889DAB6-4620-409A-A72F-1E03387EACB0}" dt="2026-01-12T09:22:07.229" v="124"/>
          <ac:spMkLst>
            <pc:docMk/>
            <pc:sldMk cId="1372225479" sldId="275"/>
            <ac:spMk id="3" creationId="{5DD56736-8EEC-5243-5966-F084B770AA67}"/>
          </ac:spMkLst>
        </pc:spChg>
        <pc:picChg chg="add mod">
          <ac:chgData name="Dike Gan" userId="1e31dd42-57c4-40f4-b2a2-244a1677b87d" providerId="ADAL" clId="{9889DAB6-4620-409A-A72F-1E03387EACB0}" dt="2026-01-12T09:22:16.667" v="129" actId="1076"/>
          <ac:picMkLst>
            <pc:docMk/>
            <pc:sldMk cId="1372225479" sldId="275"/>
            <ac:picMk id="5" creationId="{E24D2BE2-5EB2-7DC3-4F35-DDB6E44D2FCB}"/>
          </ac:picMkLst>
        </pc:picChg>
      </pc:sldChg>
      <pc:sldChg chg="addSp delSp modSp new mod">
        <pc:chgData name="Dike Gan" userId="1e31dd42-57c4-40f4-b2a2-244a1677b87d" providerId="ADAL" clId="{9889DAB6-4620-409A-A72F-1E03387EACB0}" dt="2026-01-12T09:24:24.512" v="153" actId="14100"/>
        <pc:sldMkLst>
          <pc:docMk/>
          <pc:sldMk cId="1603647186" sldId="276"/>
        </pc:sldMkLst>
        <pc:spChg chg="mod">
          <ac:chgData name="Dike Gan" userId="1e31dd42-57c4-40f4-b2a2-244a1677b87d" providerId="ADAL" clId="{9889DAB6-4620-409A-A72F-1E03387EACB0}" dt="2026-01-12T09:23:58.152" v="141" actId="20577"/>
          <ac:spMkLst>
            <pc:docMk/>
            <pc:sldMk cId="1603647186" sldId="276"/>
            <ac:spMk id="2" creationId="{F230B2D5-DF92-6AF3-DBAB-AA27DDE5E89E}"/>
          </ac:spMkLst>
        </pc:spChg>
        <pc:spChg chg="del">
          <ac:chgData name="Dike Gan" userId="1e31dd42-57c4-40f4-b2a2-244a1677b87d" providerId="ADAL" clId="{9889DAB6-4620-409A-A72F-1E03387EACB0}" dt="2026-01-12T09:24:04.327" v="142"/>
          <ac:spMkLst>
            <pc:docMk/>
            <pc:sldMk cId="1603647186" sldId="276"/>
            <ac:spMk id="3" creationId="{4F2EF971-82F6-6443-A4EC-7903A8DDD7B6}"/>
          </ac:spMkLst>
        </pc:spChg>
        <pc:picChg chg="add mod">
          <ac:chgData name="Dike Gan" userId="1e31dd42-57c4-40f4-b2a2-244a1677b87d" providerId="ADAL" clId="{9889DAB6-4620-409A-A72F-1E03387EACB0}" dt="2026-01-12T09:24:24.512" v="153" actId="14100"/>
          <ac:picMkLst>
            <pc:docMk/>
            <pc:sldMk cId="1603647186" sldId="276"/>
            <ac:picMk id="5" creationId="{C1CF8096-BA59-9F51-6B9A-EC6ABC0689DB}"/>
          </ac:picMkLst>
        </pc:picChg>
        <pc:picChg chg="add mod">
          <ac:chgData name="Dike Gan" userId="1e31dd42-57c4-40f4-b2a2-244a1677b87d" providerId="ADAL" clId="{9889DAB6-4620-409A-A72F-1E03387EACB0}" dt="2026-01-12T09:24:18.199" v="151" actId="14100"/>
          <ac:picMkLst>
            <pc:docMk/>
            <pc:sldMk cId="1603647186" sldId="276"/>
            <ac:picMk id="7" creationId="{B3AD1B07-27E9-4E0A-6092-3CE7DE713AAC}"/>
          </ac:picMkLst>
        </pc:picChg>
      </pc:sldChg>
      <pc:sldChg chg="addSp delSp modSp add mod">
        <pc:chgData name="Dike Gan" userId="1e31dd42-57c4-40f4-b2a2-244a1677b87d" providerId="ADAL" clId="{9889DAB6-4620-409A-A72F-1E03387EACB0}" dt="2026-01-12T09:26:44.513" v="191" actId="1076"/>
        <pc:sldMkLst>
          <pc:docMk/>
          <pc:sldMk cId="864917224" sldId="277"/>
        </pc:sldMkLst>
        <pc:spChg chg="mod">
          <ac:chgData name="Dike Gan" userId="1e31dd42-57c4-40f4-b2a2-244a1677b87d" providerId="ADAL" clId="{9889DAB6-4620-409A-A72F-1E03387EACB0}" dt="2026-01-12T09:25:46.711" v="170" actId="20577"/>
          <ac:spMkLst>
            <pc:docMk/>
            <pc:sldMk cId="864917224" sldId="277"/>
            <ac:spMk id="2" creationId="{6CB8DF46-D474-8432-9E28-3A9D1988DD46}"/>
          </ac:spMkLst>
        </pc:spChg>
        <pc:spChg chg="add del mod">
          <ac:chgData name="Dike Gan" userId="1e31dd42-57c4-40f4-b2a2-244a1677b87d" providerId="ADAL" clId="{9889DAB6-4620-409A-A72F-1E03387EACB0}" dt="2026-01-12T09:25:57.945" v="173"/>
          <ac:spMkLst>
            <pc:docMk/>
            <pc:sldMk cId="864917224" sldId="277"/>
            <ac:spMk id="3" creationId="{7ADD940A-A81A-5A25-D181-A7895DBDFA4D}"/>
          </ac:spMkLst>
        </pc:spChg>
        <pc:spChg chg="add del mod">
          <ac:chgData name="Dike Gan" userId="1e31dd42-57c4-40f4-b2a2-244a1677b87d" providerId="ADAL" clId="{9889DAB6-4620-409A-A72F-1E03387EACB0}" dt="2026-01-12T09:26:11.755" v="177"/>
          <ac:spMkLst>
            <pc:docMk/>
            <pc:sldMk cId="864917224" sldId="277"/>
            <ac:spMk id="8" creationId="{8146DE2D-2C0C-556E-6225-D1CE429C75A4}"/>
          </ac:spMkLst>
        </pc:spChg>
        <pc:spChg chg="add del mod">
          <ac:chgData name="Dike Gan" userId="1e31dd42-57c4-40f4-b2a2-244a1677b87d" providerId="ADAL" clId="{9889DAB6-4620-409A-A72F-1E03387EACB0}" dt="2026-01-12T09:26:18.207" v="179"/>
          <ac:spMkLst>
            <pc:docMk/>
            <pc:sldMk cId="864917224" sldId="277"/>
            <ac:spMk id="11" creationId="{C97E2485-8C8C-DF61-21CA-E94EB38D5FA1}"/>
          </ac:spMkLst>
        </pc:spChg>
        <pc:picChg chg="del">
          <ac:chgData name="Dike Gan" userId="1e31dd42-57c4-40f4-b2a2-244a1677b87d" providerId="ADAL" clId="{9889DAB6-4620-409A-A72F-1E03387EACB0}" dt="2026-01-12T09:25:49.098" v="171" actId="478"/>
          <ac:picMkLst>
            <pc:docMk/>
            <pc:sldMk cId="864917224" sldId="277"/>
            <ac:picMk id="5" creationId="{14DC91C8-F1BA-ACAC-33F5-6A1A180CFEEC}"/>
          </ac:picMkLst>
        </pc:picChg>
        <pc:picChg chg="add del mod">
          <ac:chgData name="Dike Gan" userId="1e31dd42-57c4-40f4-b2a2-244a1677b87d" providerId="ADAL" clId="{9889DAB6-4620-409A-A72F-1E03387EACB0}" dt="2026-01-12T09:26:07.084" v="176" actId="478"/>
          <ac:picMkLst>
            <pc:docMk/>
            <pc:sldMk cId="864917224" sldId="277"/>
            <ac:picMk id="6" creationId="{04374CB7-8040-FCDF-EA2B-92BC2E3E82AE}"/>
          </ac:picMkLst>
        </pc:picChg>
        <pc:picChg chg="del">
          <ac:chgData name="Dike Gan" userId="1e31dd42-57c4-40f4-b2a2-244a1677b87d" providerId="ADAL" clId="{9889DAB6-4620-409A-A72F-1E03387EACB0}" dt="2026-01-12T09:25:50.599" v="172" actId="478"/>
          <ac:picMkLst>
            <pc:docMk/>
            <pc:sldMk cId="864917224" sldId="277"/>
            <ac:picMk id="7" creationId="{B99503C5-080E-7BFC-04CC-9351A755736B}"/>
          </ac:picMkLst>
        </pc:picChg>
        <pc:picChg chg="add del mod">
          <ac:chgData name="Dike Gan" userId="1e31dd42-57c4-40f4-b2a2-244a1677b87d" providerId="ADAL" clId="{9889DAB6-4620-409A-A72F-1E03387EACB0}" dt="2026-01-12T09:26:13.478" v="178" actId="478"/>
          <ac:picMkLst>
            <pc:docMk/>
            <pc:sldMk cId="864917224" sldId="277"/>
            <ac:picMk id="10" creationId="{5BB144A3-2A45-7E64-9237-3FE1500D62D5}"/>
          </ac:picMkLst>
        </pc:picChg>
        <pc:picChg chg="add mod">
          <ac:chgData name="Dike Gan" userId="1e31dd42-57c4-40f4-b2a2-244a1677b87d" providerId="ADAL" clId="{9889DAB6-4620-409A-A72F-1E03387EACB0}" dt="2026-01-12T09:26:43.042" v="190" actId="1076"/>
          <ac:picMkLst>
            <pc:docMk/>
            <pc:sldMk cId="864917224" sldId="277"/>
            <ac:picMk id="13" creationId="{9F6C4C32-423E-6AF8-CE4B-0B3F29584F50}"/>
          </ac:picMkLst>
        </pc:picChg>
        <pc:picChg chg="add mod">
          <ac:chgData name="Dike Gan" userId="1e31dd42-57c4-40f4-b2a2-244a1677b87d" providerId="ADAL" clId="{9889DAB6-4620-409A-A72F-1E03387EACB0}" dt="2026-01-12T09:26:44.513" v="191" actId="1076"/>
          <ac:picMkLst>
            <pc:docMk/>
            <pc:sldMk cId="864917224" sldId="277"/>
            <ac:picMk id="15" creationId="{3B8402BF-07AC-5A87-DE9D-103CD161F5D5}"/>
          </ac:picMkLst>
        </pc:picChg>
      </pc:sldChg>
    </pc:docChg>
  </pc:docChgLst>
  <pc:docChgLst>
    <pc:chgData name="Fatemeh Hajimohammadi" userId="S::fatemeh.hajimohammadi@stud.uni-bamberg.de::579517af-5083-4892-ad68-505db11032d0" providerId="AD" clId="Web-{F7A5353A-30DC-129A-E6A6-A2E65A95B646}"/>
    <pc:docChg chg="modSld">
      <pc:chgData name="Fatemeh Hajimohammadi" userId="S::fatemeh.hajimohammadi@stud.uni-bamberg.de::579517af-5083-4892-ad68-505db11032d0" providerId="AD" clId="Web-{F7A5353A-30DC-129A-E6A6-A2E65A95B646}" dt="2026-01-12T16:35:06.416" v="62" actId="20577"/>
      <pc:docMkLst>
        <pc:docMk/>
      </pc:docMkLst>
      <pc:sldChg chg="modSp">
        <pc:chgData name="Fatemeh Hajimohammadi" userId="S::fatemeh.hajimohammadi@stud.uni-bamberg.de::579517af-5083-4892-ad68-505db11032d0" providerId="AD" clId="Web-{F7A5353A-30DC-129A-E6A6-A2E65A95B646}" dt="2026-01-12T16:32:11.413" v="36" actId="20577"/>
        <pc:sldMkLst>
          <pc:docMk/>
          <pc:sldMk cId="961704018" sldId="278"/>
        </pc:sldMkLst>
        <pc:spChg chg="mod">
          <ac:chgData name="Fatemeh Hajimohammadi" userId="S::fatemeh.hajimohammadi@stud.uni-bamberg.de::579517af-5083-4892-ad68-505db11032d0" providerId="AD" clId="Web-{F7A5353A-30DC-129A-E6A6-A2E65A95B646}" dt="2026-01-12T16:29:18.268" v="1" actId="20577"/>
          <ac:spMkLst>
            <pc:docMk/>
            <pc:sldMk cId="961704018" sldId="278"/>
            <ac:spMk id="2" creationId="{2D844C2E-0F44-1429-410B-C94A59ED7E8B}"/>
          </ac:spMkLst>
        </pc:spChg>
        <pc:spChg chg="mod">
          <ac:chgData name="Fatemeh Hajimohammadi" userId="S::fatemeh.hajimohammadi@stud.uni-bamberg.de::579517af-5083-4892-ad68-505db11032d0" providerId="AD" clId="Web-{F7A5353A-30DC-129A-E6A6-A2E65A95B646}" dt="2026-01-12T16:32:11.413" v="36" actId="20577"/>
          <ac:spMkLst>
            <pc:docMk/>
            <pc:sldMk cId="961704018" sldId="278"/>
            <ac:spMk id="3" creationId="{0CDF1410-825C-D567-B348-ABDE351CB843}"/>
          </ac:spMkLst>
        </pc:spChg>
      </pc:sldChg>
      <pc:sldChg chg="modSp">
        <pc:chgData name="Fatemeh Hajimohammadi" userId="S::fatemeh.hajimohammadi@stud.uni-bamberg.de::579517af-5083-4892-ad68-505db11032d0" providerId="AD" clId="Web-{F7A5353A-30DC-129A-E6A6-A2E65A95B646}" dt="2026-01-12T16:35:06.416" v="62" actId="20577"/>
        <pc:sldMkLst>
          <pc:docMk/>
          <pc:sldMk cId="1123596558" sldId="279"/>
        </pc:sldMkLst>
        <pc:spChg chg="mod">
          <ac:chgData name="Fatemeh Hajimohammadi" userId="S::fatemeh.hajimohammadi@stud.uni-bamberg.de::579517af-5083-4892-ad68-505db11032d0" providerId="AD" clId="Web-{F7A5353A-30DC-129A-E6A6-A2E65A95B646}" dt="2026-01-12T16:33:36.164" v="38" actId="20577"/>
          <ac:spMkLst>
            <pc:docMk/>
            <pc:sldMk cId="1123596558" sldId="279"/>
            <ac:spMk id="2" creationId="{D86C32C9-34AB-6827-70DA-EEC6C9E40118}"/>
          </ac:spMkLst>
        </pc:spChg>
        <pc:spChg chg="mod">
          <ac:chgData name="Fatemeh Hajimohammadi" userId="S::fatemeh.hajimohammadi@stud.uni-bamberg.de::579517af-5083-4892-ad68-505db11032d0" providerId="AD" clId="Web-{F7A5353A-30DC-129A-E6A6-A2E65A95B646}" dt="2026-01-12T16:35:06.416" v="62" actId="20577"/>
          <ac:spMkLst>
            <pc:docMk/>
            <pc:sldMk cId="1123596558" sldId="279"/>
            <ac:spMk id="3" creationId="{32A34490-C8BC-8E84-8887-D05C773E8569}"/>
          </ac:spMkLst>
        </pc:spChg>
      </pc:sldChg>
    </pc:docChg>
  </pc:docChgLst>
  <pc:docChgLst>
    <pc:chgData name="来宾用户" userId="S::urn:spo:tenantanon#7067dcf2-8803-4ec4-aad2-b3bc0a244640::" providerId="AD" clId="Web-{5FA84637-13F6-5992-BFB7-64508D1599C5}"/>
    <pc:docChg chg="delSld">
      <pc:chgData name="来宾用户" userId="S::urn:spo:tenantanon#7067dcf2-8803-4ec4-aad2-b3bc0a244640::" providerId="AD" clId="Web-{5FA84637-13F6-5992-BFB7-64508D1599C5}" dt="2026-01-12T17:08:05.800" v="1"/>
      <pc:docMkLst>
        <pc:docMk/>
      </pc:docMkLst>
      <pc:sldChg chg="del">
        <pc:chgData name="来宾用户" userId="S::urn:spo:tenantanon#7067dcf2-8803-4ec4-aad2-b3bc0a244640::" providerId="AD" clId="Web-{5FA84637-13F6-5992-BFB7-64508D1599C5}" dt="2026-01-12T17:07:56.785" v="0"/>
        <pc:sldMkLst>
          <pc:docMk/>
          <pc:sldMk cId="2358549542" sldId="259"/>
        </pc:sldMkLst>
      </pc:sldChg>
      <pc:sldChg chg="del">
        <pc:chgData name="来宾用户" userId="S::urn:spo:tenantanon#7067dcf2-8803-4ec4-aad2-b3bc0a244640::" providerId="AD" clId="Web-{5FA84637-13F6-5992-BFB7-64508D1599C5}" dt="2026-01-12T17:08:05.800" v="1"/>
        <pc:sldMkLst>
          <pc:docMk/>
          <pc:sldMk cId="3740139086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E8C64-52F0-4674-8F0E-8CBAE04B6DF4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CD6FA-FA4E-4124-BF69-67DEF5CFCEB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342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6685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4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2222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9486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3189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457200" y="2392369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2"/>
          </p:nvPr>
        </p:nvSpPr>
        <p:spPr>
          <a:xfrm>
            <a:off x="457200" y="3032131"/>
            <a:ext cx="4040188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392369"/>
            <a:ext cx="4041775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032131"/>
            <a:ext cx="4041775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5135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9976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07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100491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3575050" y="1000108"/>
            <a:ext cx="5111750" cy="5286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166961"/>
            <a:ext cx="3008313" cy="4119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972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582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1792288" y="1142983"/>
            <a:ext cx="5486400" cy="3584591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51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6" descr="ub-cd-ppt-back02-5_grau.gif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7" descr="ub-cd-ppt-back02-5.gif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43000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</a:t>
            </a:r>
            <a:br>
              <a:rPr lang="de-DE"/>
            </a:br>
            <a:r>
              <a:rPr lang="de-DE"/>
              <a:t>zu bearbeiten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590800"/>
            <a:ext cx="746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7924800" y="6557963"/>
            <a:ext cx="1066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S. </a:t>
            </a:r>
            <a:fld id="{2360F2B3-46C7-490E-BF4F-3D0D5024CC12}" type="slidenum"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pPr algn="r">
                <a:defRPr/>
              </a:pPr>
              <a:t>‹#›</a:t>
            </a:fld>
            <a:endParaRPr lang="de-DE" sz="90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52400" y="6557963"/>
            <a:ext cx="7543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xAI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Proj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-B | Fatemeh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Hajimohammadi</a:t>
            </a:r>
            <a:r>
              <a:rPr lang="en-US" sz="900">
                <a:solidFill>
                  <a:srgbClr val="00407A"/>
                </a:solidFill>
                <a:latin typeface="Arial" charset="0"/>
                <a:cs typeface="+mn-cs"/>
              </a:rPr>
              <a:t>,</a:t>
            </a:r>
            <a:r>
              <a:rPr lang="zh-CN" altLang="en-US" sz="90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US" altLang="zh-CN" sz="900">
                <a:solidFill>
                  <a:srgbClr val="00407A"/>
                </a:solidFill>
                <a:latin typeface="Arial" charset="0"/>
                <a:cs typeface="+mn-cs"/>
              </a:rPr>
              <a:t>Ruiqi Sun, Dike Gan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| Lehrstuhl für Erklärbares Maschinelles Lernen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+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rafik 4" descr="ub-cd-ppt-back02-5-g_grau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Grafik 4" descr="ub-cd-ppt-back02-1-2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5600" y="3429000"/>
            <a:ext cx="5924872" cy="1143000"/>
          </a:xfrm>
        </p:spPr>
        <p:txBody>
          <a:bodyPr/>
          <a:lstStyle/>
          <a:p>
            <a:r>
              <a:rPr lang="en-US"/>
              <a:t>From Accuracy to Explainability:</a:t>
            </a:r>
            <a:br>
              <a:rPr lang="en-US"/>
            </a:br>
            <a:r>
              <a:rPr lang="en-US"/>
              <a:t>Understanding CNN Errors with </a:t>
            </a:r>
            <a:r>
              <a:rPr lang="en-US" err="1"/>
              <a:t>xAI</a:t>
            </a:r>
            <a:endParaRPr lang="de-DE">
              <a:cs typeface="Arial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643438"/>
            <a:ext cx="5748338" cy="428625"/>
          </a:xfrm>
        </p:spPr>
        <p:txBody>
          <a:bodyPr anchor="ctr"/>
          <a:lstStyle/>
          <a:p>
            <a:pPr algn="l" eaLnBrk="1" hangingPunct="1"/>
            <a:r>
              <a:rPr lang="de-DE" sz="1400" err="1">
                <a:solidFill>
                  <a:srgbClr val="00407A"/>
                </a:solidFill>
                <a:cs typeface="Arial" charset="0"/>
              </a:rPr>
              <a:t>xAI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Proj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-B Course Project – CNN-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based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 Image Classification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Context &amp; Motivation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Context</a:t>
            </a:r>
            <a:endParaRPr lang="en-US"/>
          </a:p>
          <a:p>
            <a:pPr lvl="1"/>
            <a:r>
              <a:rPr lang="en-US"/>
              <a:t>Explainable AI course</a:t>
            </a:r>
          </a:p>
          <a:p>
            <a:pPr lvl="1"/>
            <a:r>
              <a:rPr lang="en-US"/>
              <a:t>All teams: first CNN + </a:t>
            </a:r>
            <a:r>
              <a:rPr lang="en-US" err="1"/>
              <a:t>xAI</a:t>
            </a:r>
            <a:r>
              <a:rPr lang="en-US"/>
              <a:t> project</a:t>
            </a:r>
          </a:p>
          <a:p>
            <a:pPr marL="0" indent="0">
              <a:buNone/>
            </a:pPr>
            <a:r>
              <a:rPr lang="en-US" b="1"/>
              <a:t>Motivation</a:t>
            </a:r>
            <a:endParaRPr lang="en-US"/>
          </a:p>
          <a:p>
            <a:pPr lvl="1"/>
            <a:r>
              <a:rPr lang="en-US"/>
              <a:t>CNN accuracy can look convincing</a:t>
            </a:r>
          </a:p>
          <a:p>
            <a:pPr lvl="1"/>
            <a:r>
              <a:rPr lang="en-US"/>
              <a:t>But:</a:t>
            </a:r>
          </a:p>
          <a:p>
            <a:pPr lvl="2"/>
            <a:r>
              <a:rPr lang="en-US"/>
              <a:t>Are errors random?</a:t>
            </a:r>
          </a:p>
          <a:p>
            <a:pPr lvl="2"/>
            <a:r>
              <a:rPr lang="en-US"/>
              <a:t>Can we trust confident predictions?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00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44C2E-0F44-1429-410B-C94A59ED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Arial"/>
                <a:cs typeface="Arial"/>
              </a:rPr>
              <a:t>CNN Basics (</a:t>
            </a:r>
            <a:r>
              <a:rPr lang="de-DE" err="1">
                <a:latin typeface="Arial"/>
                <a:cs typeface="Arial"/>
              </a:rPr>
              <a:t>Learner</a:t>
            </a:r>
            <a:r>
              <a:rPr lang="de-DE">
                <a:latin typeface="Arial"/>
                <a:cs typeface="Arial"/>
              </a:rPr>
              <a:t> Perspective)</a:t>
            </a:r>
            <a:endParaRPr lang="de-DE">
              <a:latin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DF1410-825C-D567-B348-ABDE351CB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4" y="2172044"/>
            <a:ext cx="5730789" cy="3346898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de-DE" b="1" dirty="0">
                <a:latin typeface="Arial"/>
                <a:cs typeface="Arial"/>
              </a:rPr>
              <a:t> CNN Intuition</a:t>
            </a:r>
            <a:endParaRPr lang="de-DE" b="1" dirty="0">
              <a:latin typeface="Arial"/>
              <a:cs typeface="Arial" charset="0"/>
            </a:endParaRPr>
          </a:p>
          <a:p>
            <a:pPr marL="685800" lvl="1">
              <a:buFont typeface="Arial"/>
              <a:buChar char="•"/>
            </a:pPr>
            <a:r>
              <a:rPr lang="de-DE" sz="1800" dirty="0">
                <a:latin typeface="Arial"/>
                <a:cs typeface="Arial"/>
              </a:rPr>
              <a:t>  CNNs </a:t>
            </a:r>
            <a:r>
              <a:rPr lang="de-DE" sz="1800" dirty="0" err="1">
                <a:latin typeface="Arial"/>
                <a:cs typeface="Arial"/>
              </a:rPr>
              <a:t>learn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hierarchical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visual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features</a:t>
            </a:r>
            <a:endParaRPr lang="de-DE" sz="1800" dirty="0">
              <a:latin typeface="Arial"/>
              <a:cs typeface="Arial"/>
            </a:endParaRPr>
          </a:p>
          <a:p>
            <a:pPr marL="685800" lvl="1">
              <a:buFont typeface="Arial"/>
              <a:buChar char="•"/>
            </a:pPr>
            <a:r>
              <a:rPr lang="de-DE" sz="1800" dirty="0">
                <a:latin typeface="Arial"/>
                <a:cs typeface="Arial"/>
              </a:rPr>
              <a:t>  Early </a:t>
            </a:r>
            <a:r>
              <a:rPr lang="de-DE" sz="1800" dirty="0" err="1">
                <a:latin typeface="Arial"/>
                <a:cs typeface="Arial"/>
              </a:rPr>
              <a:t>layers</a:t>
            </a:r>
            <a:r>
              <a:rPr lang="de-DE" sz="1800" dirty="0">
                <a:latin typeface="Arial"/>
                <a:cs typeface="Arial"/>
              </a:rPr>
              <a:t>: </a:t>
            </a:r>
            <a:r>
              <a:rPr lang="de-DE" sz="1800" dirty="0" err="1">
                <a:latin typeface="Arial"/>
                <a:cs typeface="Arial"/>
              </a:rPr>
              <a:t>edges</a:t>
            </a:r>
            <a:r>
              <a:rPr lang="de-DE" sz="1800" dirty="0">
                <a:latin typeface="Arial"/>
                <a:cs typeface="Arial"/>
              </a:rPr>
              <a:t>, </a:t>
            </a:r>
            <a:r>
              <a:rPr lang="de-DE" sz="1800" dirty="0" err="1">
                <a:latin typeface="Arial"/>
                <a:cs typeface="Arial"/>
              </a:rPr>
              <a:t>textures</a:t>
            </a:r>
            <a:endParaRPr lang="de-DE" sz="1800" dirty="0">
              <a:latin typeface="Arial"/>
              <a:cs typeface="Arial"/>
            </a:endParaRPr>
          </a:p>
          <a:p>
            <a:pPr marL="685800" lvl="1">
              <a:buFont typeface="Arial"/>
              <a:buChar char="•"/>
            </a:pPr>
            <a:r>
              <a:rPr lang="de-DE" sz="1800" dirty="0">
                <a:latin typeface="Arial"/>
                <a:cs typeface="Arial"/>
              </a:rPr>
              <a:t>  </a:t>
            </a:r>
            <a:r>
              <a:rPr lang="de-DE" sz="1800" dirty="0" err="1">
                <a:latin typeface="Arial"/>
                <a:cs typeface="Arial"/>
              </a:rPr>
              <a:t>Deeper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layers</a:t>
            </a:r>
            <a:r>
              <a:rPr lang="de-DE" sz="1800" dirty="0">
                <a:latin typeface="Arial"/>
                <a:cs typeface="Arial"/>
              </a:rPr>
              <a:t>: </a:t>
            </a:r>
            <a:r>
              <a:rPr lang="de-DE" sz="1800" dirty="0" err="1">
                <a:latin typeface="Arial"/>
                <a:cs typeface="Arial"/>
              </a:rPr>
              <a:t>shapes</a:t>
            </a:r>
            <a:r>
              <a:rPr lang="de-DE" sz="1800" dirty="0">
                <a:latin typeface="Arial"/>
                <a:cs typeface="Arial"/>
              </a:rPr>
              <a:t>, </a:t>
            </a:r>
            <a:r>
              <a:rPr lang="de-DE" sz="1800" dirty="0" err="1">
                <a:latin typeface="Arial"/>
                <a:cs typeface="Arial"/>
              </a:rPr>
              <a:t>object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parts</a:t>
            </a:r>
            <a:endParaRPr lang="de-DE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de-DE" b="1" dirty="0">
                <a:latin typeface="Arial"/>
                <a:cs typeface="Arial"/>
              </a:rPr>
              <a:t> </a:t>
            </a:r>
            <a:r>
              <a:rPr lang="de-DE" b="1" dirty="0" err="1">
                <a:latin typeface="Arial"/>
                <a:cs typeface="Arial"/>
              </a:rPr>
              <a:t>Why</a:t>
            </a:r>
            <a:r>
              <a:rPr lang="de-DE" b="1" dirty="0">
                <a:latin typeface="Arial"/>
                <a:cs typeface="Arial"/>
              </a:rPr>
              <a:t> CNNs</a:t>
            </a:r>
          </a:p>
          <a:p>
            <a:pPr lvl="1"/>
            <a:r>
              <a:rPr lang="de-DE" sz="1800" dirty="0" err="1">
                <a:latin typeface="Arial"/>
                <a:cs typeface="Arial"/>
              </a:rPr>
              <a:t>Designed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for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image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data</a:t>
            </a:r>
            <a:endParaRPr lang="de-DE" sz="1800" dirty="0">
              <a:latin typeface="Arial"/>
              <a:cs typeface="Arial"/>
            </a:endParaRPr>
          </a:p>
          <a:p>
            <a:pPr lvl="1"/>
            <a:r>
              <a:rPr lang="de-DE" sz="1800" dirty="0" err="1">
                <a:latin typeface="Arial"/>
                <a:cs typeface="Arial"/>
              </a:rPr>
              <a:t>Widely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used</a:t>
            </a:r>
            <a:r>
              <a:rPr lang="de-DE" sz="1800" dirty="0">
                <a:latin typeface="Arial"/>
                <a:cs typeface="Arial"/>
              </a:rPr>
              <a:t> in </a:t>
            </a:r>
            <a:r>
              <a:rPr lang="de-DE" sz="1800" dirty="0" err="1">
                <a:latin typeface="Arial"/>
                <a:cs typeface="Arial"/>
              </a:rPr>
              <a:t>object</a:t>
            </a:r>
            <a:r>
              <a:rPr lang="de-DE" sz="1800" dirty="0">
                <a:latin typeface="Arial"/>
                <a:cs typeface="Arial"/>
              </a:rPr>
              <a:t> </a:t>
            </a:r>
            <a:r>
              <a:rPr lang="de-DE" sz="1800" dirty="0" err="1">
                <a:latin typeface="Arial"/>
                <a:cs typeface="Arial"/>
              </a:rPr>
              <a:t>classification</a:t>
            </a:r>
            <a:endParaRPr lang="de-DE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70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C32C9-34AB-6827-70DA-EEC6C9E4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Arial"/>
                <a:cs typeface="Arial"/>
              </a:rPr>
              <a:t>Model Choice &amp; Baselines</a:t>
            </a:r>
            <a:endParaRPr lang="de-DE">
              <a:latin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A34490-C8BC-8E84-8887-D05C773E8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err="1">
                <a:latin typeface="Arial"/>
                <a:cs typeface="Arial"/>
              </a:rPr>
              <a:t>Our</a:t>
            </a:r>
            <a:r>
              <a:rPr lang="de-DE" b="1">
                <a:latin typeface="Arial"/>
                <a:cs typeface="Arial"/>
              </a:rPr>
              <a:t> Setup</a:t>
            </a:r>
            <a:endParaRPr lang="de-DE" b="1">
              <a:latin typeface="Arial"/>
              <a:cs typeface="Arial" charset="0"/>
            </a:endParaRPr>
          </a:p>
          <a:p>
            <a:pPr lvl="1">
              <a:buFont typeface="Arial"/>
              <a:buChar char="•"/>
            </a:pPr>
            <a:r>
              <a:rPr lang="de-DE">
                <a:latin typeface="Arial"/>
                <a:cs typeface="Arial"/>
              </a:rPr>
              <a:t>Backbone: ResNet18</a:t>
            </a:r>
          </a:p>
          <a:p>
            <a:pPr lvl="1">
              <a:buFont typeface="Arial"/>
              <a:buChar char="•"/>
            </a:pPr>
            <a:r>
              <a:rPr lang="de-DE">
                <a:latin typeface="Arial"/>
                <a:cs typeface="Arial"/>
              </a:rPr>
              <a:t>10-class </a:t>
            </a:r>
            <a:r>
              <a:rPr lang="de-DE" err="1">
                <a:latin typeface="Arial"/>
                <a:cs typeface="Arial"/>
              </a:rPr>
              <a:t>image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classification</a:t>
            </a:r>
            <a:endParaRPr lang="de-DE">
              <a:latin typeface="Arial"/>
              <a:cs typeface="Arial"/>
            </a:endParaRPr>
          </a:p>
          <a:p>
            <a:pPr marL="0" indent="0">
              <a:buNone/>
            </a:pPr>
            <a:r>
              <a:rPr lang="de-DE" b="1">
                <a:latin typeface="Arial"/>
                <a:cs typeface="Arial"/>
              </a:rPr>
              <a:t>Baseline Design</a:t>
            </a:r>
            <a:endParaRPr lang="de-DE" b="1">
              <a:latin typeface="Arial"/>
              <a:cs typeface="Arial" charset="0"/>
            </a:endParaRPr>
          </a:p>
          <a:p>
            <a:pPr lvl="1"/>
            <a:r>
              <a:rPr lang="de-DE">
                <a:latin typeface="Arial"/>
                <a:cs typeface="Arial"/>
              </a:rPr>
              <a:t>Different </a:t>
            </a:r>
            <a:r>
              <a:rPr lang="de-DE" err="1">
                <a:latin typeface="Arial"/>
                <a:cs typeface="Arial"/>
              </a:rPr>
              <a:t>pretraining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sources</a:t>
            </a:r>
            <a:endParaRPr lang="de-DE">
              <a:latin typeface="Arial"/>
              <a:cs typeface="Arial"/>
            </a:endParaRPr>
          </a:p>
          <a:p>
            <a:pPr lvl="1"/>
            <a:r>
              <a:rPr lang="de-DE">
                <a:latin typeface="Arial"/>
                <a:cs typeface="Arial"/>
              </a:rPr>
              <a:t>Different </a:t>
            </a:r>
            <a:r>
              <a:rPr lang="de-DE" err="1">
                <a:latin typeface="Arial"/>
                <a:cs typeface="Arial"/>
              </a:rPr>
              <a:t>training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strategies</a:t>
            </a:r>
            <a:endParaRPr lang="de-DE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59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36134-5AF6-8583-A2C5-F39D9430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&amp; Red Thread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DF89F-0F83-DBCD-4AD8-7D78760A7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Question</a:t>
            </a:r>
            <a:endParaRPr lang="en-US" dirty="0"/>
          </a:p>
          <a:p>
            <a:pPr lvl="1"/>
            <a:r>
              <a:rPr lang="en-US" dirty="0"/>
              <a:t>What kinds of errors does a CNN make?</a:t>
            </a:r>
          </a:p>
          <a:p>
            <a:pPr lvl="1"/>
            <a:r>
              <a:rPr lang="en-US" dirty="0"/>
              <a:t>How confident is it when it is wrong?</a:t>
            </a:r>
          </a:p>
          <a:p>
            <a:pPr lvl="1"/>
            <a:r>
              <a:rPr lang="en-US" dirty="0"/>
              <a:t>Can </a:t>
            </a:r>
            <a:r>
              <a:rPr lang="en-US" dirty="0" err="1"/>
              <a:t>xAI</a:t>
            </a:r>
            <a:r>
              <a:rPr lang="en-US" dirty="0"/>
              <a:t> help us understand these errors?</a:t>
            </a:r>
          </a:p>
          <a:p>
            <a:pPr marL="0" indent="0">
              <a:buNone/>
            </a:pPr>
            <a:r>
              <a:rPr lang="en-US" b="1" dirty="0"/>
              <a:t>Red Thread</a:t>
            </a:r>
            <a:endParaRPr lang="en-US" dirty="0"/>
          </a:p>
          <a:p>
            <a:pPr lvl="1"/>
            <a:r>
              <a:rPr lang="en-US" dirty="0"/>
              <a:t>Build → Observe → Question → Explain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4100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E3E51-ED61-8619-0855-2B2816C9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Unlocking Transfer Learning: A Comparative Analysis of Baseline Models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929F4-53F5-4B51-574B-B2D43FF3D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1340177"/>
          </a:xfrm>
        </p:spPr>
        <p:txBody>
          <a:bodyPr/>
          <a:lstStyle/>
          <a:p>
            <a:r>
              <a:rPr lang="en-US" sz="1800" b="1" dirty="0"/>
              <a:t>Four Baselines (A–D): Pretraining × Training Strategy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D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8A01FB-3CAC-310D-27C5-CCDCEF6C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3085068"/>
            <a:ext cx="599209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10-class household object classification (ResNet-18 backbone)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 1 (Pretraining):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ImageNet vs. Flowers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 2 (Training):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Frozen backbone (linear probing) vs. full fine-tuning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BC565B-75B9-6B74-3FF9-1C34AE780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48714"/>
              </p:ext>
            </p:extLst>
          </p:nvPr>
        </p:nvGraphicFramePr>
        <p:xfrm>
          <a:off x="1147040" y="437065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775">
                  <a:extLst>
                    <a:ext uri="{9D8B030D-6E8A-4147-A177-3AD203B41FA5}">
                      <a16:colId xmlns:a16="http://schemas.microsoft.com/office/drawing/2014/main" val="1478122913"/>
                    </a:ext>
                  </a:extLst>
                </a:gridCol>
                <a:gridCol w="2029225">
                  <a:extLst>
                    <a:ext uri="{9D8B030D-6E8A-4147-A177-3AD203B41FA5}">
                      <a16:colId xmlns:a16="http://schemas.microsoft.com/office/drawing/2014/main" val="8778440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32245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Frozen backbone</a:t>
                      </a:r>
                      <a:endParaRPr lang="en-D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Fine-tuning</a:t>
                      </a:r>
                      <a:endParaRPr lang="en-D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8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ImageNet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 A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 Model B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529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Flowers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 C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 D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56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89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931B6-F904-BBF0-EE2D-D1D7E88A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A &amp; B: ImageNet Pretraining - Linear Probing vs. Fine-Tuning</a:t>
            </a:r>
            <a:br>
              <a:rPr lang="en-US"/>
            </a:br>
            <a:endParaRPr lang="en-D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E89CD-3B03-7352-D256-DE4A2AD65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34" y="2345474"/>
            <a:ext cx="7681332" cy="3552844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Model A (Linear Probing)</a:t>
            </a:r>
          </a:p>
          <a:p>
            <a:pPr marL="0" indent="0">
              <a:buNone/>
            </a:pPr>
            <a:endParaRPr lang="en-GB" sz="1800" b="1" dirty="0"/>
          </a:p>
          <a:p>
            <a:pPr marL="400050" lvl="1" indent="0">
              <a:buNone/>
            </a:pPr>
            <a:r>
              <a:rPr lang="en-GB" sz="1600" b="1" dirty="0"/>
              <a:t>Trainable:</a:t>
            </a:r>
            <a:r>
              <a:rPr lang="en-GB" sz="1600" dirty="0"/>
              <a:t> classifier only (backbone frozen)</a:t>
            </a:r>
          </a:p>
          <a:p>
            <a:pPr marL="400050" lvl="1" indent="0">
              <a:buNone/>
            </a:pPr>
            <a:r>
              <a:rPr lang="en-GB" sz="1600" b="1" dirty="0"/>
              <a:t>Val </a:t>
            </a:r>
            <a:r>
              <a:rPr lang="en-GB" sz="1600" b="1" dirty="0" err="1"/>
              <a:t>Acc</a:t>
            </a:r>
            <a:r>
              <a:rPr lang="en-GB" sz="1600" b="1" dirty="0"/>
              <a:t>:</a:t>
            </a:r>
            <a:r>
              <a:rPr lang="en-GB" sz="1600" dirty="0"/>
              <a:t> </a:t>
            </a:r>
            <a:r>
              <a:rPr lang="en-GB" sz="1600" b="1" dirty="0"/>
              <a:t>6.25%</a:t>
            </a:r>
            <a:r>
              <a:rPr lang="en-GB" sz="1600" dirty="0"/>
              <a:t> </a:t>
            </a:r>
            <a:r>
              <a:rPr lang="en-GB" sz="1600" i="1" dirty="0"/>
              <a:t>(add chance note correctly)</a:t>
            </a:r>
            <a:endParaRPr lang="en-GB" sz="1600" dirty="0"/>
          </a:p>
          <a:p>
            <a:pPr marL="400050" lvl="1" indent="0">
              <a:buNone/>
            </a:pPr>
            <a:r>
              <a:rPr lang="en-GB" sz="1600" b="1" dirty="0"/>
              <a:t>Takeaway:</a:t>
            </a:r>
            <a:r>
              <a:rPr lang="en-GB" sz="1600" dirty="0"/>
              <a:t> fixed ImageNet features do not transfer well → adaptation needed</a:t>
            </a:r>
          </a:p>
          <a:p>
            <a:pPr marL="400050" lvl="1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800" b="1" dirty="0"/>
              <a:t>Model B (Fine-Tuning)</a:t>
            </a:r>
          </a:p>
          <a:p>
            <a:pPr marL="400050" lvl="1" indent="0">
              <a:buNone/>
            </a:pPr>
            <a:r>
              <a:rPr lang="en-GB" sz="1600" b="1" dirty="0"/>
              <a:t>Trainable:</a:t>
            </a:r>
            <a:r>
              <a:rPr lang="en-GB" sz="1600" dirty="0"/>
              <a:t> all layers (backbone unfrozen)</a:t>
            </a:r>
          </a:p>
          <a:p>
            <a:pPr marL="400050" lvl="1" indent="0">
              <a:buNone/>
            </a:pPr>
            <a:r>
              <a:rPr lang="en-GB" sz="1600" b="1" dirty="0"/>
              <a:t>Val </a:t>
            </a:r>
            <a:r>
              <a:rPr lang="en-GB" sz="1600" b="1" dirty="0" err="1"/>
              <a:t>Acc</a:t>
            </a:r>
            <a:r>
              <a:rPr lang="en-GB" sz="1600" b="1" dirty="0"/>
              <a:t>:</a:t>
            </a:r>
            <a:r>
              <a:rPr lang="en-GB" sz="1600" dirty="0"/>
              <a:t> </a:t>
            </a:r>
            <a:r>
              <a:rPr lang="en-GB" sz="1600" b="1" dirty="0"/>
              <a:t>XX%</a:t>
            </a:r>
            <a:r>
              <a:rPr lang="en-GB" sz="1600" dirty="0"/>
              <a:t> </a:t>
            </a:r>
            <a:r>
              <a:rPr lang="en-GB" sz="1600" i="1" dirty="0"/>
              <a:t>(or “preliminary / pending”)</a:t>
            </a:r>
            <a:endParaRPr lang="en-GB" sz="1600" dirty="0"/>
          </a:p>
          <a:p>
            <a:pPr marL="400050" lvl="1" indent="0">
              <a:buNone/>
            </a:pPr>
            <a:r>
              <a:rPr lang="en-GB" sz="1600" b="1" dirty="0"/>
              <a:t>Takeaway:</a:t>
            </a:r>
            <a:r>
              <a:rPr lang="en-GB" sz="1600" dirty="0"/>
              <a:t> fine-tuning adapts features, but sensitive to LR / overfitting</a:t>
            </a:r>
          </a:p>
          <a:p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55683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F6B2A-76E9-8C9E-3644-C1A531C9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 &amp; D: Flowers Pretraining - Linear Probing vs. Fine-Tuning</a:t>
            </a:r>
            <a:br>
              <a:rPr lang="en-US" dirty="0"/>
            </a:br>
            <a:endParaRPr lang="en-D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C90A6-E8DD-213F-37CB-4E0245FB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0"/>
            <a:ext cx="7862740" cy="230830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Model C (Linear Probing)</a:t>
            </a:r>
          </a:p>
          <a:p>
            <a:pPr marL="400050" lvl="1" indent="0">
              <a:buNone/>
            </a:pPr>
            <a:r>
              <a:rPr lang="en-US" sz="1600" b="1" dirty="0"/>
              <a:t>Trainable:</a:t>
            </a:r>
            <a:r>
              <a:rPr lang="en-US" sz="1600" dirty="0"/>
              <a:t> classifier only (Flowers backbone frozen)</a:t>
            </a:r>
          </a:p>
          <a:p>
            <a:pPr marL="400050" lvl="1" indent="0">
              <a:buNone/>
            </a:pPr>
            <a:r>
              <a:rPr lang="en-US" sz="1600" b="1" dirty="0"/>
              <a:t>Takeaway:</a:t>
            </a:r>
            <a:r>
              <a:rPr lang="en-US" sz="1600" dirty="0"/>
              <a:t> tests whether </a:t>
            </a:r>
            <a:r>
              <a:rPr lang="en-DE" sz="1600" dirty="0"/>
              <a:t>Flowers’</a:t>
            </a:r>
            <a:r>
              <a:rPr lang="en-US" sz="1600" dirty="0"/>
              <a:t> features transfer without adaptation</a:t>
            </a:r>
          </a:p>
          <a:p>
            <a:pPr marL="0" indent="0">
              <a:buNone/>
            </a:pPr>
            <a:r>
              <a:rPr lang="en-US" sz="1800" b="1" dirty="0"/>
              <a:t>Model D (Fine-Tuning)</a:t>
            </a:r>
          </a:p>
          <a:p>
            <a:pPr marL="400050" lvl="1" indent="0">
              <a:buNone/>
            </a:pPr>
            <a:r>
              <a:rPr lang="en-US" sz="1600" b="1" dirty="0"/>
              <a:t>Trainable:</a:t>
            </a:r>
            <a:r>
              <a:rPr lang="en-US" sz="1600" dirty="0"/>
              <a:t> all layers (Flowers backbone unfrozen)</a:t>
            </a:r>
          </a:p>
          <a:p>
            <a:pPr marL="400050" lvl="1" indent="0">
              <a:buNone/>
            </a:pPr>
            <a:r>
              <a:rPr lang="en-US" sz="1600" b="1" dirty="0"/>
              <a:t>Takeaway:</a:t>
            </a:r>
            <a:r>
              <a:rPr lang="en-US" sz="1600" dirty="0"/>
              <a:t> combines domain-specific pretraining + adaptation (often strongest, but higher compute)</a:t>
            </a:r>
          </a:p>
          <a:p>
            <a:pPr marL="0" indent="0">
              <a:buNone/>
            </a:pP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117109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37A42-833C-8932-11D3-3C00C9E3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Cross-Model Comparison: Insights from the 2×2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818521-407A-E50B-7F27-21A844EE2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838" y="2938891"/>
            <a:ext cx="811632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of fine-tuning: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A→B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C→D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(adaptation vs. frozen features).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of pretraining source: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A→C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B→D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(ImageNet vs. Flowers).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fine-tuning improves adaptability, but increases compute and overfitting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benefit: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2×2 setup isolates </a:t>
            </a:r>
            <a:r>
              <a:rPr kumimoji="0" lang="en-DE" altLang="en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pretraining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DE" altLang="en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strategy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effects.</a:t>
            </a:r>
          </a:p>
        </p:txBody>
      </p:sp>
    </p:spTree>
    <p:extLst>
      <p:ext uri="{BB962C8B-B14F-4D97-AF65-F5344CB8AC3E}">
        <p14:creationId xmlns:p14="http://schemas.microsoft.com/office/powerpoint/2010/main" val="31714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49E4-5DF9-318B-D2EF-100F2AB1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0390"/>
            <a:ext cx="7467600" cy="1143000"/>
          </a:xfrm>
        </p:spPr>
        <p:txBody>
          <a:bodyPr/>
          <a:lstStyle/>
          <a:p>
            <a:r>
              <a:rPr lang="en-US" b="1" dirty="0"/>
              <a:t>Conclusion: Methodological Strength and Next Steps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A43C656-7299-08A1-45C4-2ADC3B88BD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353" y="2869224"/>
            <a:ext cx="76292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 learned: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Frozen backbones can fail on our task;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 is typically needed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domain adaptation.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the design matters: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2×2 setup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isolates two factors—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pretraining source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strategy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—so comparisons are interpretable.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the strongest baseline as the reference model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analysis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DE" altLang="en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saliency / CAM), and evaluate robustness across conditions.</a:t>
            </a:r>
          </a:p>
        </p:txBody>
      </p:sp>
    </p:spTree>
    <p:extLst>
      <p:ext uri="{BB962C8B-B14F-4D97-AF65-F5344CB8AC3E}">
        <p14:creationId xmlns:p14="http://schemas.microsoft.com/office/powerpoint/2010/main" val="2898993238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ohne_Titelbild_deutsch">
  <a:themeElements>
    <a:clrScheme name="ub-cd-neu-v2-4 1">
      <a:dk1>
        <a:srgbClr val="000000"/>
      </a:dk1>
      <a:lt1>
        <a:srgbClr val="C8D0E2"/>
      </a:lt1>
      <a:dk2>
        <a:srgbClr val="00457D"/>
      </a:dk2>
      <a:lt2>
        <a:srgbClr val="808080"/>
      </a:lt2>
      <a:accent1>
        <a:srgbClr val="5D7FAA"/>
      </a:accent1>
      <a:accent2>
        <a:srgbClr val="97BF0D"/>
      </a:accent2>
      <a:accent3>
        <a:srgbClr val="E0E4EE"/>
      </a:accent3>
      <a:accent4>
        <a:srgbClr val="000000"/>
      </a:accent4>
      <a:accent5>
        <a:srgbClr val="B6C0D2"/>
      </a:accent5>
      <a:accent6>
        <a:srgbClr val="88AD0B"/>
      </a:accent6>
      <a:hlink>
        <a:srgbClr val="92A5C5"/>
      </a:hlink>
      <a:folHlink>
        <a:srgbClr val="C6D98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b-cd-neu-v2-4 1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97BF0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88AD0B"/>
        </a:accent6>
        <a:hlink>
          <a:srgbClr val="92A5C5"/>
        </a:hlink>
        <a:folHlink>
          <a:srgbClr val="C6D9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2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FFD300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E7BF00"/>
        </a:accent6>
        <a:hlink>
          <a:srgbClr val="92A5C5"/>
        </a:hlink>
        <a:folHlink>
          <a:srgbClr val="FFE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3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E6444F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D03D47"/>
        </a:accent6>
        <a:hlink>
          <a:srgbClr val="92A5C5"/>
        </a:hlink>
        <a:folHlink>
          <a:srgbClr val="F199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4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878783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7A7A76"/>
        </a:accent6>
        <a:hlink>
          <a:srgbClr val="92A5C5"/>
        </a:hlink>
        <a:folHlink>
          <a:srgbClr val="B9BA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5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00457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003E71"/>
        </a:accent6>
        <a:hlink>
          <a:srgbClr val="92A5C5"/>
        </a:hlink>
        <a:folHlink>
          <a:srgbClr val="C8D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Vorlage_ohne_Titelbild_deutsch</Template>
  <TotalTime>114</TotalTime>
  <Words>536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Times New Roman</vt:lpstr>
      <vt:lpstr>UB Scala</vt:lpstr>
      <vt:lpstr>Wingdings</vt:lpstr>
      <vt:lpstr>Vorlage_ohne_Titelbild_deutsch</vt:lpstr>
      <vt:lpstr>From Accuracy to Explainability: Understanding CNN Errors with xAI</vt:lpstr>
      <vt:lpstr>Course Context &amp; Motivation</vt:lpstr>
      <vt:lpstr>CNN Basics (Learner Perspective)</vt:lpstr>
      <vt:lpstr>Model Choice &amp; Baselines</vt:lpstr>
      <vt:lpstr>Research Question &amp; Red Thread</vt:lpstr>
      <vt:lpstr>Unlocking Transfer Learning: A Comparative Analysis of Baseline Models</vt:lpstr>
      <vt:lpstr>Model A &amp; B: ImageNet Pretraining - Linear Probing vs. Fine-Tuning </vt:lpstr>
      <vt:lpstr>Model C &amp; D: Flowers Pretraining - Linear Probing vs. Fine-Tuning </vt:lpstr>
      <vt:lpstr>Cross-Model Comparison: Insights from the 2×2 Design</vt:lpstr>
      <vt:lpstr>Conclusion: Methodological Strength and Next Steps</vt:lpstr>
    </vt:vector>
  </TitlesOfParts>
  <Company>Uni-Bamberg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Universität Bamberg</dc:creator>
  <cp:lastModifiedBy>Elahe Hajimohammadi</cp:lastModifiedBy>
  <cp:revision>5</cp:revision>
  <dcterms:created xsi:type="dcterms:W3CDTF">2013-05-16T15:49:26Z</dcterms:created>
  <dcterms:modified xsi:type="dcterms:W3CDTF">2026-01-14T14:19:48Z</dcterms:modified>
</cp:coreProperties>
</file>