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89" r:id="rId3"/>
    <p:sldId id="296" r:id="rId4"/>
    <p:sldId id="299" r:id="rId5"/>
    <p:sldId id="292" r:id="rId6"/>
    <p:sldId id="293" r:id="rId7"/>
    <p:sldId id="261" r:id="rId8"/>
    <p:sldId id="295" r:id="rId9"/>
    <p:sldId id="262" r:id="rId10"/>
    <p:sldId id="300" r:id="rId11"/>
    <p:sldId id="263" r:id="rId12"/>
    <p:sldId id="303" r:id="rId13"/>
    <p:sldId id="301" r:id="rId14"/>
    <p:sldId id="273" r:id="rId15"/>
    <p:sldId id="302" r:id="rId16"/>
    <p:sldId id="265" r:id="rId17"/>
    <p:sldId id="266" r:id="rId18"/>
    <p:sldId id="304" r:id="rId19"/>
    <p:sldId id="305" r:id="rId20"/>
    <p:sldId id="307" r:id="rId21"/>
    <p:sldId id="306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67" r:id="rId32"/>
    <p:sldId id="268" r:id="rId33"/>
    <p:sldId id="269" r:id="rId34"/>
    <p:sldId id="270" r:id="rId35"/>
    <p:sldId id="271" r:id="rId36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7A"/>
    <a:srgbClr val="2C5884"/>
    <a:srgbClr val="336699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DFFF3D-9296-F334-D0DC-BCAB26E30088}" v="137" dt="2026-01-18T20:03:50.371"/>
    <p1510:client id="{67710F72-7676-6666-84BC-236416E7F164}" v="34" dt="2026-01-19T11:37:24.060"/>
    <p1510:client id="{C02B7916-6EFD-4436-9C4E-4BD873DFDC7B}" v="1132" dt="2026-01-19T11:45:40.1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来宾用户" userId="S::urn:spo:tenantanon#7067dcf2-8803-4ec4-aad2-b3bc0a244640::" providerId="AD" clId="Web-{637CB6C8-8B31-A763-B70F-2D6FF61CAA94}"/>
    <pc:docChg chg="modSld">
      <pc:chgData name="来宾用户" userId="S::urn:spo:tenantanon#7067dcf2-8803-4ec4-aad2-b3bc0a244640::" providerId="AD" clId="Web-{637CB6C8-8B31-A763-B70F-2D6FF61CAA94}" dt="2026-01-17T17:07:18.373" v="5" actId="14100"/>
      <pc:docMkLst>
        <pc:docMk/>
      </pc:docMkLst>
      <pc:sldChg chg="modSp">
        <pc:chgData name="来宾用户" userId="S::urn:spo:tenantanon#7067dcf2-8803-4ec4-aad2-b3bc0a244640::" providerId="AD" clId="Web-{637CB6C8-8B31-A763-B70F-2D6FF61CAA94}" dt="2026-01-17T17:07:18.373" v="5" actId="14100"/>
        <pc:sldMkLst>
          <pc:docMk/>
          <pc:sldMk cId="80806953" sldId="263"/>
        </pc:sldMkLst>
        <pc:spChg chg="mod">
          <ac:chgData name="来宾用户" userId="S::urn:spo:tenantanon#7067dcf2-8803-4ec4-aad2-b3bc0a244640::" providerId="AD" clId="Web-{637CB6C8-8B31-A763-B70F-2D6FF61CAA94}" dt="2026-01-17T17:07:18.373" v="5" actId="14100"/>
          <ac:spMkLst>
            <pc:docMk/>
            <pc:sldMk cId="80806953" sldId="263"/>
            <ac:spMk id="3" creationId="{EFF5261E-D461-444A-025D-8D65D1D67BA4}"/>
          </ac:spMkLst>
        </pc:spChg>
      </pc:sldChg>
    </pc:docChg>
  </pc:docChgLst>
  <pc:docChgLst>
    <pc:chgData name="Guest User" userId="S::urn:spo:tenantanon#7067dcf2-8803-4ec4-aad2-b3bc0a244640::" providerId="AD" clId="Web-{5C78BCEC-A53B-21F2-0DB0-D0C529765A3D}"/>
    <pc:docChg chg="addSld delSld modSld sldOrd">
      <pc:chgData name="Guest User" userId="S::urn:spo:tenantanon#7067dcf2-8803-4ec4-aad2-b3bc0a244640::" providerId="AD" clId="Web-{5C78BCEC-A53B-21F2-0DB0-D0C529765A3D}" dt="2026-01-15T17:01:03.957" v="322" actId="1076"/>
      <pc:docMkLst>
        <pc:docMk/>
      </pc:docMkLst>
      <pc:sldChg chg="addSp delSp modSp">
        <pc:chgData name="Guest User" userId="S::urn:spo:tenantanon#7067dcf2-8803-4ec4-aad2-b3bc0a244640::" providerId="AD" clId="Web-{5C78BCEC-A53B-21F2-0DB0-D0C529765A3D}" dt="2026-01-15T09:53:42.274" v="3"/>
        <pc:sldMkLst>
          <pc:docMk/>
          <pc:sldMk cId="0" sldId="256"/>
        </pc:sldMkLst>
      </pc:sldChg>
      <pc:sldChg chg="delSp modSp ord">
        <pc:chgData name="Guest User" userId="S::urn:spo:tenantanon#7067dcf2-8803-4ec4-aad2-b3bc0a244640::" providerId="AD" clId="Web-{5C78BCEC-A53B-21F2-0DB0-D0C529765A3D}" dt="2026-01-15T10:01:10.835" v="71" actId="20577"/>
        <pc:sldMkLst>
          <pc:docMk/>
          <pc:sldMk cId="3597046676" sldId="261"/>
        </pc:sldMkLst>
      </pc:sldChg>
      <pc:sldChg chg="modSp new add del">
        <pc:chgData name="Guest User" userId="S::urn:spo:tenantanon#7067dcf2-8803-4ec4-aad2-b3bc0a244640::" providerId="AD" clId="Web-{5C78BCEC-A53B-21F2-0DB0-D0C529765A3D}" dt="2026-01-15T10:27:58.895" v="172" actId="20577"/>
        <pc:sldMkLst>
          <pc:docMk/>
          <pc:sldMk cId="74958540" sldId="289"/>
        </pc:sldMkLst>
        <pc:spChg chg="mod">
          <ac:chgData name="Guest User" userId="S::urn:spo:tenantanon#7067dcf2-8803-4ec4-aad2-b3bc0a244640::" providerId="AD" clId="Web-{5C78BCEC-A53B-21F2-0DB0-D0C529765A3D}" dt="2026-01-15T10:16:42.137" v="93" actId="20577"/>
          <ac:spMkLst>
            <pc:docMk/>
            <pc:sldMk cId="74958540" sldId="289"/>
            <ac:spMk id="2" creationId="{8D09F979-1DCC-78A0-070D-A2DFCF1BBFC5}"/>
          </ac:spMkLst>
        </pc:spChg>
        <pc:spChg chg="mod">
          <ac:chgData name="Guest User" userId="S::urn:spo:tenantanon#7067dcf2-8803-4ec4-aad2-b3bc0a244640::" providerId="AD" clId="Web-{5C78BCEC-A53B-21F2-0DB0-D0C529765A3D}" dt="2026-01-15T10:27:58.895" v="172" actId="20577"/>
          <ac:spMkLst>
            <pc:docMk/>
            <pc:sldMk cId="74958540" sldId="289"/>
            <ac:spMk id="3" creationId="{2FF9B04F-2C03-C13C-709F-C7E4098E9D17}"/>
          </ac:spMkLst>
        </pc:spChg>
      </pc:sldChg>
      <pc:sldChg chg="modSp add ord">
        <pc:chgData name="Guest User" userId="S::urn:spo:tenantanon#7067dcf2-8803-4ec4-aad2-b3bc0a244640::" providerId="AD" clId="Web-{5C78BCEC-A53B-21F2-0DB0-D0C529765A3D}" dt="2026-01-15T12:51:21.306" v="179" actId="20577"/>
        <pc:sldMkLst>
          <pc:docMk/>
          <pc:sldMk cId="1860378125" sldId="292"/>
        </pc:sldMkLst>
        <pc:spChg chg="mod">
          <ac:chgData name="Guest User" userId="S::urn:spo:tenantanon#7067dcf2-8803-4ec4-aad2-b3bc0a244640::" providerId="AD" clId="Web-{5C78BCEC-A53B-21F2-0DB0-D0C529765A3D}" dt="2026-01-15T10:24:51.012" v="169" actId="20577"/>
          <ac:spMkLst>
            <pc:docMk/>
            <pc:sldMk cId="1860378125" sldId="292"/>
            <ac:spMk id="2" creationId="{3EFA0980-A849-68B2-F096-1E70ADCA03F9}"/>
          </ac:spMkLst>
        </pc:spChg>
        <pc:spChg chg="mod">
          <ac:chgData name="Guest User" userId="S::urn:spo:tenantanon#7067dcf2-8803-4ec4-aad2-b3bc0a244640::" providerId="AD" clId="Web-{5C78BCEC-A53B-21F2-0DB0-D0C529765A3D}" dt="2026-01-15T12:51:21.306" v="179" actId="20577"/>
          <ac:spMkLst>
            <pc:docMk/>
            <pc:sldMk cId="1860378125" sldId="292"/>
            <ac:spMk id="3" creationId="{253AD77E-7DAE-7ECC-826A-513B6B3AF03C}"/>
          </ac:spMkLst>
        </pc:spChg>
      </pc:sldChg>
      <pc:sldChg chg="addSp delSp modSp add ord">
        <pc:chgData name="Guest User" userId="S::urn:spo:tenantanon#7067dcf2-8803-4ec4-aad2-b3bc0a244640::" providerId="AD" clId="Web-{5C78BCEC-A53B-21F2-0DB0-D0C529765A3D}" dt="2026-01-15T17:01:03.957" v="322" actId="1076"/>
        <pc:sldMkLst>
          <pc:docMk/>
          <pc:sldMk cId="529131665" sldId="293"/>
        </pc:sldMkLst>
        <pc:spChg chg="add mod">
          <ac:chgData name="Guest User" userId="S::urn:spo:tenantanon#7067dcf2-8803-4ec4-aad2-b3bc0a244640::" providerId="AD" clId="Web-{5C78BCEC-A53B-21F2-0DB0-D0C529765A3D}" dt="2026-01-15T16:52:53.506" v="318" actId="20577"/>
          <ac:spMkLst>
            <pc:docMk/>
            <pc:sldMk cId="529131665" sldId="293"/>
            <ac:spMk id="4" creationId="{CB273457-0F41-53D4-FAE9-B9AFAEAE521E}"/>
          </ac:spMkLst>
        </pc:spChg>
        <pc:graphicFrameChg chg="mod modGraphic">
          <ac:chgData name="Guest User" userId="S::urn:spo:tenantanon#7067dcf2-8803-4ec4-aad2-b3bc0a244640::" providerId="AD" clId="Web-{5C78BCEC-A53B-21F2-0DB0-D0C529765A3D}" dt="2026-01-15T16:53:46.163" v="321" actId="1076"/>
          <ac:graphicFrameMkLst>
            <pc:docMk/>
            <pc:sldMk cId="529131665" sldId="293"/>
            <ac:graphicFrameMk id="8" creationId="{F5EA3584-A798-FD3C-5364-088DD00D55BC}"/>
          </ac:graphicFrameMkLst>
        </pc:graphicFrameChg>
      </pc:sldChg>
      <pc:sldChg chg="add ord">
        <pc:chgData name="Guest User" userId="S::urn:spo:tenantanon#7067dcf2-8803-4ec4-aad2-b3bc0a244640::" providerId="AD" clId="Web-{5C78BCEC-A53B-21F2-0DB0-D0C529765A3D}" dt="2026-01-15T09:56:10.446" v="19"/>
        <pc:sldMkLst>
          <pc:docMk/>
          <pc:sldMk cId="766065291" sldId="295"/>
        </pc:sldMkLst>
      </pc:sldChg>
    </pc:docChg>
  </pc:docChgLst>
  <pc:docChgLst>
    <pc:chgData name="来宾用户" userId="S::urn:spo:tenantanon#7067dcf2-8803-4ec4-aad2-b3bc0a244640::" providerId="AD" clId="Web-{4CDFFF3D-9296-F334-D0DC-BCAB26E30088}"/>
    <pc:docChg chg="modSld">
      <pc:chgData name="来宾用户" userId="S::urn:spo:tenantanon#7067dcf2-8803-4ec4-aad2-b3bc0a244640::" providerId="AD" clId="Web-{4CDFFF3D-9296-F334-D0DC-BCAB26E30088}" dt="2026-01-18T20:03:50.371" v="141" actId="20577"/>
      <pc:docMkLst>
        <pc:docMk/>
      </pc:docMkLst>
      <pc:sldChg chg="mod modShow">
        <pc:chgData name="来宾用户" userId="S::urn:spo:tenantanon#7067dcf2-8803-4ec4-aad2-b3bc0a244640::" providerId="AD" clId="Web-{4CDFFF3D-9296-F334-D0DC-BCAB26E30088}" dt="2026-01-18T19:25:31.194" v="9"/>
        <pc:sldMkLst>
          <pc:docMk/>
          <pc:sldMk cId="2140461692" sldId="265"/>
        </pc:sldMkLst>
      </pc:sldChg>
      <pc:sldChg chg="modSp">
        <pc:chgData name="来宾用户" userId="S::urn:spo:tenantanon#7067dcf2-8803-4ec4-aad2-b3bc0a244640::" providerId="AD" clId="Web-{4CDFFF3D-9296-F334-D0DC-BCAB26E30088}" dt="2026-01-18T20:03:50.371" v="141" actId="20577"/>
        <pc:sldMkLst>
          <pc:docMk/>
          <pc:sldMk cId="378023840" sldId="266"/>
        </pc:sldMkLst>
        <pc:spChg chg="mod">
          <ac:chgData name="来宾用户" userId="S::urn:spo:tenantanon#7067dcf2-8803-4ec4-aad2-b3bc0a244640::" providerId="AD" clId="Web-{4CDFFF3D-9296-F334-D0DC-BCAB26E30088}" dt="2026-01-18T20:03:50.371" v="141" actId="20577"/>
          <ac:spMkLst>
            <pc:docMk/>
            <pc:sldMk cId="378023840" sldId="266"/>
            <ac:spMk id="3" creationId="{49224E5A-877E-5993-70ED-F9EDE2828405}"/>
          </ac:spMkLst>
        </pc:spChg>
      </pc:sldChg>
      <pc:sldChg chg="modSp">
        <pc:chgData name="来宾用户" userId="S::urn:spo:tenantanon#7067dcf2-8803-4ec4-aad2-b3bc0a244640::" providerId="AD" clId="Web-{4CDFFF3D-9296-F334-D0DC-BCAB26E30088}" dt="2026-01-18T19:46:15.871" v="60" actId="20577"/>
        <pc:sldMkLst>
          <pc:docMk/>
          <pc:sldMk cId="3139380344" sldId="300"/>
        </pc:sldMkLst>
        <pc:spChg chg="mod">
          <ac:chgData name="来宾用户" userId="S::urn:spo:tenantanon#7067dcf2-8803-4ec4-aad2-b3bc0a244640::" providerId="AD" clId="Web-{4CDFFF3D-9296-F334-D0DC-BCAB26E30088}" dt="2026-01-18T19:42:23.880" v="30" actId="14100"/>
          <ac:spMkLst>
            <pc:docMk/>
            <pc:sldMk cId="3139380344" sldId="300"/>
            <ac:spMk id="2" creationId="{1E4966C2-7063-E879-7273-E976A767135D}"/>
          </ac:spMkLst>
        </pc:spChg>
        <pc:spChg chg="mod">
          <ac:chgData name="来宾用户" userId="S::urn:spo:tenantanon#7067dcf2-8803-4ec4-aad2-b3bc0a244640::" providerId="AD" clId="Web-{4CDFFF3D-9296-F334-D0DC-BCAB26E30088}" dt="2026-01-18T19:46:15.871" v="60" actId="20577"/>
          <ac:spMkLst>
            <pc:docMk/>
            <pc:sldMk cId="3139380344" sldId="300"/>
            <ac:spMk id="3" creationId="{3EA02CC6-556A-514D-D329-B269F4A6F1B4}"/>
          </ac:spMkLst>
        </pc:spChg>
        <pc:spChg chg="mod">
          <ac:chgData name="来宾用户" userId="S::urn:spo:tenantanon#7067dcf2-8803-4ec4-aad2-b3bc0a244640::" providerId="AD" clId="Web-{4CDFFF3D-9296-F334-D0DC-BCAB26E30088}" dt="2026-01-18T19:46:02.777" v="54" actId="20577"/>
          <ac:spMkLst>
            <pc:docMk/>
            <pc:sldMk cId="3139380344" sldId="300"/>
            <ac:spMk id="8" creationId="{7B5A46FA-54B5-8642-5BF4-C391BC61487D}"/>
          </ac:spMkLst>
        </pc:spChg>
      </pc:sldChg>
      <pc:sldChg chg="modSp">
        <pc:chgData name="来宾用户" userId="S::urn:spo:tenantanon#7067dcf2-8803-4ec4-aad2-b3bc0a244640::" providerId="AD" clId="Web-{4CDFFF3D-9296-F334-D0DC-BCAB26E30088}" dt="2026-01-17T17:58:44.598" v="8"/>
        <pc:sldMkLst>
          <pc:docMk/>
          <pc:sldMk cId="1112991308" sldId="301"/>
        </pc:sldMkLst>
        <pc:graphicFrameChg chg="mod modGraphic">
          <ac:chgData name="来宾用户" userId="S::urn:spo:tenantanon#7067dcf2-8803-4ec4-aad2-b3bc0a244640::" providerId="AD" clId="Web-{4CDFFF3D-9296-F334-D0DC-BCAB26E30088}" dt="2026-01-17T17:58:44.598" v="8"/>
          <ac:graphicFrameMkLst>
            <pc:docMk/>
            <pc:sldMk cId="1112991308" sldId="301"/>
            <ac:graphicFrameMk id="8" creationId="{6B09AE52-DB3E-D15C-73FA-3A7526EC2E6A}"/>
          </ac:graphicFrameMkLst>
        </pc:graphicFrameChg>
      </pc:sldChg>
      <pc:sldChg chg="modSp">
        <pc:chgData name="来宾用户" userId="S::urn:spo:tenantanon#7067dcf2-8803-4ec4-aad2-b3bc0a244640::" providerId="AD" clId="Web-{4CDFFF3D-9296-F334-D0DC-BCAB26E30088}" dt="2026-01-18T19:43:45.008" v="38" actId="20577"/>
        <pc:sldMkLst>
          <pc:docMk/>
          <pc:sldMk cId="2505449119" sldId="302"/>
        </pc:sldMkLst>
        <pc:spChg chg="mod">
          <ac:chgData name="来宾用户" userId="S::urn:spo:tenantanon#7067dcf2-8803-4ec4-aad2-b3bc0a244640::" providerId="AD" clId="Web-{4CDFFF3D-9296-F334-D0DC-BCAB26E30088}" dt="2026-01-18T19:43:45.008" v="38" actId="20577"/>
          <ac:spMkLst>
            <pc:docMk/>
            <pc:sldMk cId="2505449119" sldId="302"/>
            <ac:spMk id="7" creationId="{8D244E4B-210C-9F46-4FEF-34C46CCC726D}"/>
          </ac:spMkLst>
        </pc:spChg>
      </pc:sldChg>
    </pc:docChg>
  </pc:docChgLst>
  <pc:docChgLst>
    <pc:chgData name="Gastbenutzer" userId="S::urn:spo:tenantanon#7067dcf2-8803-4ec4-aad2-b3bc0a244640::" providerId="AD" clId="Web-{757F05C1-CC6A-BED7-9554-45AA5AEE7063}"/>
    <pc:docChg chg="addSld">
      <pc:chgData name="Gastbenutzer" userId="S::urn:spo:tenantanon#7067dcf2-8803-4ec4-aad2-b3bc0a244640::" providerId="AD" clId="Web-{757F05C1-CC6A-BED7-9554-45AA5AEE7063}" dt="2026-01-12T16:04:00.007" v="1"/>
      <pc:docMkLst>
        <pc:docMk/>
      </pc:docMkLst>
    </pc:docChg>
  </pc:docChgLst>
  <pc:docChgLst>
    <pc:chgData name="Fatemeh Hajimohammadi" userId="S::fatemeh.hajimohammadi@stud.uni-bamberg.de::579517af-5083-4892-ad68-505db11032d0" providerId="AD" clId="Web-{EB74770D-0C5C-6DC1-2CBC-2750FEA186EF}"/>
    <pc:docChg chg="modSld">
      <pc:chgData name="Fatemeh Hajimohammadi" userId="S::fatemeh.hajimohammadi@stud.uni-bamberg.de::579517af-5083-4892-ad68-505db11032d0" providerId="AD" clId="Web-{EB74770D-0C5C-6DC1-2CBC-2750FEA186EF}" dt="2026-01-12T18:42:07.834" v="4"/>
      <pc:docMkLst>
        <pc:docMk/>
      </pc:docMkLst>
    </pc:docChg>
  </pc:docChgLst>
  <pc:docChgLst>
    <pc:chgData name="Fatemeh Hajimohammadi" userId="S::fatemeh.hajimohammadi@stud.uni-bamberg.de::579517af-5083-4892-ad68-505db11032d0" providerId="AD" clId="Web-{F7A5353A-30DC-129A-E6A6-A2E65A95B646}"/>
    <pc:docChg chg="modSld">
      <pc:chgData name="Fatemeh Hajimohammadi" userId="S::fatemeh.hajimohammadi@stud.uni-bamberg.de::579517af-5083-4892-ad68-505db11032d0" providerId="AD" clId="Web-{F7A5353A-30DC-129A-E6A6-A2E65A95B646}" dt="2026-01-12T16:35:06.416" v="62" actId="20577"/>
      <pc:docMkLst>
        <pc:docMk/>
      </pc:docMkLst>
    </pc:docChg>
  </pc:docChgLst>
  <pc:docChgLst>
    <pc:chgData name="Fatemeh Hajimohammadi" userId="S::fatemeh.hajimohammadi@stud.uni-bamberg.de::579517af-5083-4892-ad68-505db11032d0" providerId="AD" clId="Web-{23EB9408-5D65-E360-E6E4-0CA01758A880}"/>
    <pc:docChg chg="addSld delSld modSld">
      <pc:chgData name="Fatemeh Hajimohammadi" userId="S::fatemeh.hajimohammadi@stud.uni-bamberg.de::579517af-5083-4892-ad68-505db11032d0" providerId="AD" clId="Web-{23EB9408-5D65-E360-E6E4-0CA01758A880}" dt="2026-01-15T21:30:56.009" v="103" actId="20577"/>
      <pc:docMkLst>
        <pc:docMk/>
      </pc:docMkLst>
      <pc:sldChg chg="modSp">
        <pc:chgData name="Fatemeh Hajimohammadi" userId="S::fatemeh.hajimohammadi@stud.uni-bamberg.de::579517af-5083-4892-ad68-505db11032d0" providerId="AD" clId="Web-{23EB9408-5D65-E360-E6E4-0CA01758A880}" dt="2026-01-15T21:27:45.509" v="70" actId="1076"/>
        <pc:sldMkLst>
          <pc:docMk/>
          <pc:sldMk cId="1860378125" sldId="292"/>
        </pc:sldMkLst>
        <pc:spChg chg="mod">
          <ac:chgData name="Fatemeh Hajimohammadi" userId="S::fatemeh.hajimohammadi@stud.uni-bamberg.de::579517af-5083-4892-ad68-505db11032d0" providerId="AD" clId="Web-{23EB9408-5D65-E360-E6E4-0CA01758A880}" dt="2026-01-15T21:27:32.352" v="69" actId="20577"/>
          <ac:spMkLst>
            <pc:docMk/>
            <pc:sldMk cId="1860378125" sldId="292"/>
            <ac:spMk id="2" creationId="{3EFA0980-A849-68B2-F096-1E70ADCA03F9}"/>
          </ac:spMkLst>
        </pc:spChg>
        <pc:graphicFrameChg chg="mod">
          <ac:chgData name="Fatemeh Hajimohammadi" userId="S::fatemeh.hajimohammadi@stud.uni-bamberg.de::579517af-5083-4892-ad68-505db11032d0" providerId="AD" clId="Web-{23EB9408-5D65-E360-E6E4-0CA01758A880}" dt="2026-01-15T21:27:45.509" v="70" actId="1076"/>
          <ac:graphicFrameMkLst>
            <pc:docMk/>
            <pc:sldMk cId="1860378125" sldId="292"/>
            <ac:graphicFrameMk id="5" creationId="{8E9BE076-3ED9-833B-5E9D-7DCA0726611B}"/>
          </ac:graphicFrameMkLst>
        </pc:graphicFrameChg>
      </pc:sldChg>
    </pc:docChg>
  </pc:docChgLst>
  <pc:docChgLst>
    <pc:chgData name="来宾用户" userId="S::urn:spo:tenantanon#7067dcf2-8803-4ec4-aad2-b3bc0a244640::" providerId="AD" clId="Web-{19163EA8-61E0-7096-29DE-88FE0161D719}"/>
    <pc:docChg chg="addSld modSld">
      <pc:chgData name="来宾用户" userId="S::urn:spo:tenantanon#7067dcf2-8803-4ec4-aad2-b3bc0a244640::" providerId="AD" clId="Web-{19163EA8-61E0-7096-29DE-88FE0161D719}" dt="2026-01-15T18:07:31.043" v="202" actId="20577"/>
      <pc:docMkLst>
        <pc:docMk/>
      </pc:docMkLst>
      <pc:sldChg chg="modSp">
        <pc:chgData name="来宾用户" userId="S::urn:spo:tenantanon#7067dcf2-8803-4ec4-aad2-b3bc0a244640::" providerId="AD" clId="Web-{19163EA8-61E0-7096-29DE-88FE0161D719}" dt="2026-01-15T18:07:31.043" v="202" actId="20577"/>
        <pc:sldMkLst>
          <pc:docMk/>
          <pc:sldMk cId="3597046676" sldId="261"/>
        </pc:sldMkLst>
        <pc:spChg chg="mod">
          <ac:chgData name="来宾用户" userId="S::urn:spo:tenantanon#7067dcf2-8803-4ec4-aad2-b3bc0a244640::" providerId="AD" clId="Web-{19163EA8-61E0-7096-29DE-88FE0161D719}" dt="2026-01-15T18:07:31.043" v="202" actId="20577"/>
          <ac:spMkLst>
            <pc:docMk/>
            <pc:sldMk cId="3597046676" sldId="261"/>
            <ac:spMk id="7" creationId="{6962A299-2DD8-4A62-5D95-443ED19EFDAC}"/>
          </ac:spMkLst>
        </pc:spChg>
      </pc:sldChg>
      <pc:sldChg chg="modSp">
        <pc:chgData name="来宾用户" userId="S::urn:spo:tenantanon#7067dcf2-8803-4ec4-aad2-b3bc0a244640::" providerId="AD" clId="Web-{19163EA8-61E0-7096-29DE-88FE0161D719}" dt="2026-01-15T10:56:51.578" v="163"/>
        <pc:sldMkLst>
          <pc:docMk/>
          <pc:sldMk cId="1860378125" sldId="292"/>
        </pc:sldMkLst>
        <pc:graphicFrameChg chg="mod modGraphic">
          <ac:chgData name="来宾用户" userId="S::urn:spo:tenantanon#7067dcf2-8803-4ec4-aad2-b3bc0a244640::" providerId="AD" clId="Web-{19163EA8-61E0-7096-29DE-88FE0161D719}" dt="2026-01-15T10:56:51.578" v="163"/>
          <ac:graphicFrameMkLst>
            <pc:docMk/>
            <pc:sldMk cId="1860378125" sldId="292"/>
            <ac:graphicFrameMk id="5" creationId="{8E9BE076-3ED9-833B-5E9D-7DCA0726611B}"/>
          </ac:graphicFrameMkLst>
        </pc:graphicFrameChg>
      </pc:sldChg>
      <pc:sldChg chg="modSp">
        <pc:chgData name="来宾用户" userId="S::urn:spo:tenantanon#7067dcf2-8803-4ec4-aad2-b3bc0a244640::" providerId="AD" clId="Web-{19163EA8-61E0-7096-29DE-88FE0161D719}" dt="2026-01-15T10:55:36.351" v="104"/>
        <pc:sldMkLst>
          <pc:docMk/>
          <pc:sldMk cId="529131665" sldId="293"/>
        </pc:sldMkLst>
        <pc:graphicFrameChg chg="mod modGraphic">
          <ac:chgData name="来宾用户" userId="S::urn:spo:tenantanon#7067dcf2-8803-4ec4-aad2-b3bc0a244640::" providerId="AD" clId="Web-{19163EA8-61E0-7096-29DE-88FE0161D719}" dt="2026-01-15T10:55:36.351" v="104"/>
          <ac:graphicFrameMkLst>
            <pc:docMk/>
            <pc:sldMk cId="529131665" sldId="293"/>
            <ac:graphicFrameMk id="8" creationId="{F5EA3584-A798-FD3C-5364-088DD00D55BC}"/>
          </ac:graphicFrameMkLst>
        </pc:graphicFrameChg>
      </pc:sldChg>
      <pc:sldChg chg="modSp new">
        <pc:chgData name="来宾用户" userId="S::urn:spo:tenantanon#7067dcf2-8803-4ec4-aad2-b3bc0a244640::" providerId="AD" clId="Web-{19163EA8-61E0-7096-29DE-88FE0161D719}" dt="2026-01-15T12:57:29.018" v="185" actId="20577"/>
        <pc:sldMkLst>
          <pc:docMk/>
          <pc:sldMk cId="2586008496" sldId="296"/>
        </pc:sldMkLst>
        <pc:spChg chg="mod">
          <ac:chgData name="来宾用户" userId="S::urn:spo:tenantanon#7067dcf2-8803-4ec4-aad2-b3bc0a244640::" providerId="AD" clId="Web-{19163EA8-61E0-7096-29DE-88FE0161D719}" dt="2026-01-15T12:36:58.522" v="168" actId="20577"/>
          <ac:spMkLst>
            <pc:docMk/>
            <pc:sldMk cId="2586008496" sldId="296"/>
            <ac:spMk id="2" creationId="{F215592B-27B0-0345-A8D0-A0F4CF3DE091}"/>
          </ac:spMkLst>
        </pc:spChg>
        <pc:spChg chg="mod">
          <ac:chgData name="来宾用户" userId="S::urn:spo:tenantanon#7067dcf2-8803-4ec4-aad2-b3bc0a244640::" providerId="AD" clId="Web-{19163EA8-61E0-7096-29DE-88FE0161D719}" dt="2026-01-15T12:57:29.018" v="185" actId="20577"/>
          <ac:spMkLst>
            <pc:docMk/>
            <pc:sldMk cId="2586008496" sldId="296"/>
            <ac:spMk id="3" creationId="{8F2169B2-4B21-32FB-C877-F20F87022848}"/>
          </ac:spMkLst>
        </pc:spChg>
      </pc:sldChg>
    </pc:docChg>
  </pc:docChgLst>
  <pc:docChgLst>
    <pc:chgData name="来宾用户" userId="S::urn:spo:tenantanon#7067dcf2-8803-4ec4-aad2-b3bc0a244640::" providerId="AD" clId="Web-{5FA84637-13F6-5992-BFB7-64508D1599C5}"/>
    <pc:docChg chg="delSld">
      <pc:chgData name="来宾用户" userId="S::urn:spo:tenantanon#7067dcf2-8803-4ec4-aad2-b3bc0a244640::" providerId="AD" clId="Web-{5FA84637-13F6-5992-BFB7-64508D1599C5}" dt="2026-01-12T17:08:05.800" v="1"/>
      <pc:docMkLst>
        <pc:docMk/>
      </pc:docMkLst>
    </pc:docChg>
  </pc:docChgLst>
  <pc:docChgLst>
    <pc:chgData name="Fatemeh Hajimohammadi" userId="S::fatemeh.hajimohammadi@stud.uni-bamberg.de::579517af-5083-4892-ad68-505db11032d0" providerId="AD" clId="Web-{25AC270A-A94B-64FA-2A18-906435D22D93}"/>
    <pc:docChg chg="addSld modSld">
      <pc:chgData name="Fatemeh Hajimohammadi" userId="S::fatemeh.hajimohammadi@stud.uni-bamberg.de::579517af-5083-4892-ad68-505db11032d0" providerId="AD" clId="Web-{25AC270A-A94B-64FA-2A18-906435D22D93}" dt="2026-01-16T14:21:58.028" v="499" actId="20577"/>
      <pc:docMkLst>
        <pc:docMk/>
      </pc:docMkLst>
    </pc:docChg>
  </pc:docChgLst>
  <pc:docChgLst>
    <pc:chgData name="来宾用户" userId="S::urn:spo:tenantanon#7067dcf2-8803-4ec4-aad2-b3bc0a244640::" providerId="AD" clId="Web-{EE56D212-D234-E847-B825-1F00BBB88438}"/>
    <pc:docChg chg="modSld">
      <pc:chgData name="来宾用户" userId="S::urn:spo:tenantanon#7067dcf2-8803-4ec4-aad2-b3bc0a244640::" providerId="AD" clId="Web-{EE56D212-D234-E847-B825-1F00BBB88438}" dt="2026-01-17T17:04:46.655" v="159" actId="20577"/>
      <pc:docMkLst>
        <pc:docMk/>
      </pc:docMkLst>
      <pc:sldChg chg="modSp">
        <pc:chgData name="来宾用户" userId="S::urn:spo:tenantanon#7067dcf2-8803-4ec4-aad2-b3bc0a244640::" providerId="AD" clId="Web-{EE56D212-D234-E847-B825-1F00BBB88438}" dt="2026-01-17T17:04:46.655" v="159" actId="20577"/>
        <pc:sldMkLst>
          <pc:docMk/>
          <pc:sldMk cId="80806953" sldId="263"/>
        </pc:sldMkLst>
        <pc:spChg chg="mod">
          <ac:chgData name="来宾用户" userId="S::urn:spo:tenantanon#7067dcf2-8803-4ec4-aad2-b3bc0a244640::" providerId="AD" clId="Web-{EE56D212-D234-E847-B825-1F00BBB88438}" dt="2026-01-17T17:04:46.655" v="159" actId="20577"/>
          <ac:spMkLst>
            <pc:docMk/>
            <pc:sldMk cId="80806953" sldId="263"/>
            <ac:spMk id="6" creationId="{5D740CEC-ED5C-C559-AC46-FA8C8FF72CE8}"/>
          </ac:spMkLst>
        </pc:spChg>
        <pc:graphicFrameChg chg="mod modGraphic">
          <ac:chgData name="来宾用户" userId="S::urn:spo:tenantanon#7067dcf2-8803-4ec4-aad2-b3bc0a244640::" providerId="AD" clId="Web-{EE56D212-D234-E847-B825-1F00BBB88438}" dt="2026-01-17T17:04:34.467" v="157"/>
          <ac:graphicFrameMkLst>
            <pc:docMk/>
            <pc:sldMk cId="80806953" sldId="263"/>
            <ac:graphicFrameMk id="5" creationId="{F0FD41D3-365E-1CC8-25D2-B80DE1D9B7DC}"/>
          </ac:graphicFrameMkLst>
        </pc:graphicFrameChg>
      </pc:sldChg>
    </pc:docChg>
  </pc:docChgLst>
  <pc:docChgLst>
    <pc:chgData name="来宾用户" userId="S::urn:spo:tenantanon#7067dcf2-8803-4ec4-aad2-b3bc0a244640::" providerId="AD" clId="Web-{67710F72-7676-6666-84BC-236416E7F164}"/>
    <pc:docChg chg="modSld">
      <pc:chgData name="来宾用户" userId="S::urn:spo:tenantanon#7067dcf2-8803-4ec4-aad2-b3bc0a244640::" providerId="AD" clId="Web-{67710F72-7676-6666-84BC-236416E7F164}" dt="2026-01-19T11:37:24.060" v="33" actId="20577"/>
      <pc:docMkLst>
        <pc:docMk/>
      </pc:docMkLst>
      <pc:sldChg chg="modSp">
        <pc:chgData name="来宾用户" userId="S::urn:spo:tenantanon#7067dcf2-8803-4ec4-aad2-b3bc0a244640::" providerId="AD" clId="Web-{67710F72-7676-6666-84BC-236416E7F164}" dt="2026-01-19T11:37:24.060" v="33" actId="20577"/>
        <pc:sldMkLst>
          <pc:docMk/>
          <pc:sldMk cId="1404682922" sldId="304"/>
        </pc:sldMkLst>
        <pc:spChg chg="mod">
          <ac:chgData name="来宾用户" userId="S::urn:spo:tenantanon#7067dcf2-8803-4ec4-aad2-b3bc0a244640::" providerId="AD" clId="Web-{67710F72-7676-6666-84BC-236416E7F164}" dt="2026-01-19T11:37:24.060" v="33" actId="20577"/>
          <ac:spMkLst>
            <pc:docMk/>
            <pc:sldMk cId="1404682922" sldId="304"/>
            <ac:spMk id="3" creationId="{A919AF47-E738-93F8-9F1C-370550F81673}"/>
          </ac:spMkLst>
        </pc:spChg>
      </pc:sldChg>
    </pc:docChg>
  </pc:docChgLst>
  <pc:docChgLst>
    <pc:chgData name="Dike Gan" userId="1e31dd42-57c4-40f4-b2a2-244a1677b87d" providerId="ADAL" clId="{9889DAB6-4620-409A-A72F-1E03387EACB0}"/>
    <pc:docChg chg="undo redo custSel addSld delSld modSld sldOrd">
      <pc:chgData name="Dike Gan" userId="1e31dd42-57c4-40f4-b2a2-244a1677b87d" providerId="ADAL" clId="{9889DAB6-4620-409A-A72F-1E03387EACB0}" dt="2026-01-19T11:45:40.115" v="1751" actId="14734"/>
      <pc:docMkLst>
        <pc:docMk/>
      </pc:docMkLst>
      <pc:sldChg chg="addSp delSp modSp mod">
        <pc:chgData name="Dike Gan" userId="1e31dd42-57c4-40f4-b2a2-244a1677b87d" providerId="ADAL" clId="{9889DAB6-4620-409A-A72F-1E03387EACB0}" dt="2026-01-15T17:54:21.858" v="874" actId="404"/>
        <pc:sldMkLst>
          <pc:docMk/>
          <pc:sldMk cId="3597046676" sldId="261"/>
        </pc:sldMkLst>
        <pc:spChg chg="mod">
          <ac:chgData name="Dike Gan" userId="1e31dd42-57c4-40f4-b2a2-244a1677b87d" providerId="ADAL" clId="{9889DAB6-4620-409A-A72F-1E03387EACB0}" dt="2026-01-15T17:53:52.018" v="870"/>
          <ac:spMkLst>
            <pc:docMk/>
            <pc:sldMk cId="3597046676" sldId="261"/>
            <ac:spMk id="2" creationId="{C912A359-808B-7F9D-0F37-A8DDB505F44A}"/>
          </ac:spMkLst>
        </pc:spChg>
        <pc:spChg chg="add mod">
          <ac:chgData name="Dike Gan" userId="1e31dd42-57c4-40f4-b2a2-244a1677b87d" providerId="ADAL" clId="{9889DAB6-4620-409A-A72F-1E03387EACB0}" dt="2026-01-15T17:54:21.858" v="874" actId="404"/>
          <ac:spMkLst>
            <pc:docMk/>
            <pc:sldMk cId="3597046676" sldId="261"/>
            <ac:spMk id="7" creationId="{6962A299-2DD8-4A62-5D95-443ED19EFDAC}"/>
          </ac:spMkLst>
        </pc:spChg>
      </pc:sldChg>
      <pc:sldChg chg="mod modShow">
        <pc:chgData name="Dike Gan" userId="1e31dd42-57c4-40f4-b2a2-244a1677b87d" providerId="ADAL" clId="{9889DAB6-4620-409A-A72F-1E03387EACB0}" dt="2026-01-16T16:28:16.455" v="1060" actId="729"/>
        <pc:sldMkLst>
          <pc:docMk/>
          <pc:sldMk cId="784529368" sldId="262"/>
        </pc:sldMkLst>
      </pc:sldChg>
      <pc:sldChg chg="addSp delSp modSp mod modClrScheme chgLayout">
        <pc:chgData name="Dike Gan" userId="1e31dd42-57c4-40f4-b2a2-244a1677b87d" providerId="ADAL" clId="{9889DAB6-4620-409A-A72F-1E03387EACB0}" dt="2026-01-17T17:07:23.932" v="1252" actId="20577"/>
        <pc:sldMkLst>
          <pc:docMk/>
          <pc:sldMk cId="80806953" sldId="263"/>
        </pc:sldMkLst>
        <pc:spChg chg="mod">
          <ac:chgData name="Dike Gan" userId="1e31dd42-57c4-40f4-b2a2-244a1677b87d" providerId="ADAL" clId="{9889DAB6-4620-409A-A72F-1E03387EACB0}" dt="2026-01-17T16:49:56.972" v="1093"/>
          <ac:spMkLst>
            <pc:docMk/>
            <pc:sldMk cId="80806953" sldId="263"/>
            <ac:spMk id="2" creationId="{31BE65F1-74B0-C420-91BD-C6DB9A9B8E28}"/>
          </ac:spMkLst>
        </pc:spChg>
        <pc:spChg chg="mod ord">
          <ac:chgData name="Dike Gan" userId="1e31dd42-57c4-40f4-b2a2-244a1677b87d" providerId="ADAL" clId="{9889DAB6-4620-409A-A72F-1E03387EACB0}" dt="2026-01-17T17:07:23.932" v="1252" actId="20577"/>
          <ac:spMkLst>
            <pc:docMk/>
            <pc:sldMk cId="80806953" sldId="263"/>
            <ac:spMk id="3" creationId="{EFF5261E-D461-444A-025D-8D65D1D67BA4}"/>
          </ac:spMkLst>
        </pc:spChg>
        <pc:spChg chg="add mod">
          <ac:chgData name="Dike Gan" userId="1e31dd42-57c4-40f4-b2a2-244a1677b87d" providerId="ADAL" clId="{9889DAB6-4620-409A-A72F-1E03387EACB0}" dt="2026-01-17T17:04:36.816" v="1245" actId="1076"/>
          <ac:spMkLst>
            <pc:docMk/>
            <pc:sldMk cId="80806953" sldId="263"/>
            <ac:spMk id="6" creationId="{5D740CEC-ED5C-C559-AC46-FA8C8FF72CE8}"/>
          </ac:spMkLst>
        </pc:spChg>
        <pc:graphicFrameChg chg="add mod modGraphic">
          <ac:chgData name="Dike Gan" userId="1e31dd42-57c4-40f4-b2a2-244a1677b87d" providerId="ADAL" clId="{9889DAB6-4620-409A-A72F-1E03387EACB0}" dt="2026-01-17T16:58:59.995" v="1236" actId="5793"/>
          <ac:graphicFrameMkLst>
            <pc:docMk/>
            <pc:sldMk cId="80806953" sldId="263"/>
            <ac:graphicFrameMk id="5" creationId="{F0FD41D3-365E-1CC8-25D2-B80DE1D9B7DC}"/>
          </ac:graphicFrameMkLst>
        </pc:graphicFrameChg>
      </pc:sldChg>
      <pc:sldChg chg="addSp delSp modSp mod">
        <pc:chgData name="Dike Gan" userId="1e31dd42-57c4-40f4-b2a2-244a1677b87d" providerId="ADAL" clId="{9889DAB6-4620-409A-A72F-1E03387EACB0}" dt="2026-01-17T18:09:25.511" v="1450" actId="5793"/>
        <pc:sldMkLst>
          <pc:docMk/>
          <pc:sldMk cId="2140461692" sldId="265"/>
        </pc:sldMkLst>
        <pc:spChg chg="mod">
          <ac:chgData name="Dike Gan" userId="1e31dd42-57c4-40f4-b2a2-244a1677b87d" providerId="ADAL" clId="{9889DAB6-4620-409A-A72F-1E03387EACB0}" dt="2026-01-17T18:09:25.511" v="1450" actId="5793"/>
          <ac:spMkLst>
            <pc:docMk/>
            <pc:sldMk cId="2140461692" sldId="265"/>
            <ac:spMk id="3" creationId="{1B099196-BCD4-55FB-C4C6-C7AE20565A7E}"/>
          </ac:spMkLst>
        </pc:spChg>
      </pc:sldChg>
      <pc:sldChg chg="addSp modSp mod">
        <pc:chgData name="Dike Gan" userId="1e31dd42-57c4-40f4-b2a2-244a1677b87d" providerId="ADAL" clId="{9889DAB6-4620-409A-A72F-1E03387EACB0}" dt="2026-01-18T19:19:55.818" v="1589"/>
        <pc:sldMkLst>
          <pc:docMk/>
          <pc:sldMk cId="378023840" sldId="266"/>
        </pc:sldMkLst>
        <pc:spChg chg="mod">
          <ac:chgData name="Dike Gan" userId="1e31dd42-57c4-40f4-b2a2-244a1677b87d" providerId="ADAL" clId="{9889DAB6-4620-409A-A72F-1E03387EACB0}" dt="2026-01-18T19:17:02.867" v="1564"/>
          <ac:spMkLst>
            <pc:docMk/>
            <pc:sldMk cId="378023840" sldId="266"/>
            <ac:spMk id="2" creationId="{FEBACA99-3F52-BDB6-FF25-32466D3AC7D1}"/>
          </ac:spMkLst>
        </pc:spChg>
        <pc:spChg chg="mod">
          <ac:chgData name="Dike Gan" userId="1e31dd42-57c4-40f4-b2a2-244a1677b87d" providerId="ADAL" clId="{9889DAB6-4620-409A-A72F-1E03387EACB0}" dt="2026-01-18T19:19:55.818" v="1589"/>
          <ac:spMkLst>
            <pc:docMk/>
            <pc:sldMk cId="378023840" sldId="266"/>
            <ac:spMk id="3" creationId="{49224E5A-877E-5993-70ED-F9EDE2828405}"/>
          </ac:spMkLst>
        </pc:spChg>
        <pc:spChg chg="add">
          <ac:chgData name="Dike Gan" userId="1e31dd42-57c4-40f4-b2a2-244a1677b87d" providerId="ADAL" clId="{9889DAB6-4620-409A-A72F-1E03387EACB0}" dt="2026-01-18T19:19:31.143" v="1584"/>
          <ac:spMkLst>
            <pc:docMk/>
            <pc:sldMk cId="378023840" sldId="266"/>
            <ac:spMk id="4" creationId="{EE62406A-A15D-AE41-361C-FC67780268C9}"/>
          </ac:spMkLst>
        </pc:spChg>
      </pc:sldChg>
      <pc:sldChg chg="addSp modSp mod">
        <pc:chgData name="Dike Gan" userId="1e31dd42-57c4-40f4-b2a2-244a1677b87d" providerId="ADAL" clId="{9889DAB6-4620-409A-A72F-1E03387EACB0}" dt="2026-01-12T23:16:46.262" v="231" actId="20577"/>
        <pc:sldMkLst>
          <pc:docMk/>
          <pc:sldMk cId="1171090224" sldId="271"/>
        </pc:sldMkLst>
        <pc:spChg chg="mod">
          <ac:chgData name="Dike Gan" userId="1e31dd42-57c4-40f4-b2a2-244a1677b87d" providerId="ADAL" clId="{9889DAB6-4620-409A-A72F-1E03387EACB0}" dt="2026-01-12T23:16:46.262" v="231" actId="20577"/>
          <ac:spMkLst>
            <pc:docMk/>
            <pc:sldMk cId="1171090224" sldId="271"/>
            <ac:spMk id="2" creationId="{DD5F6B2A-76E9-8C9E-3644-C1A531C95E58}"/>
          </ac:spMkLst>
        </pc:spChg>
        <pc:picChg chg="add mod">
          <ac:chgData name="Dike Gan" userId="1e31dd42-57c4-40f4-b2a2-244a1677b87d" providerId="ADAL" clId="{9889DAB6-4620-409A-A72F-1E03387EACB0}" dt="2026-01-12T23:03:20.275" v="225" actId="1076"/>
          <ac:picMkLst>
            <pc:docMk/>
            <pc:sldMk cId="1171090224" sldId="271"/>
            <ac:picMk id="5" creationId="{FC4A9F57-FFD9-8727-CCC2-9904D8B0817E}"/>
          </ac:picMkLst>
        </pc:picChg>
      </pc:sldChg>
      <pc:sldChg chg="addSp delSp modSp new add del mod modShow">
        <pc:chgData name="Dike Gan" userId="1e31dd42-57c4-40f4-b2a2-244a1677b87d" providerId="ADAL" clId="{9889DAB6-4620-409A-A72F-1E03387EACB0}" dt="2026-01-17T17:09:15.005" v="1253" actId="729"/>
        <pc:sldMkLst>
          <pc:docMk/>
          <pc:sldMk cId="2036084947" sldId="273"/>
        </pc:sldMkLst>
        <pc:spChg chg="mod">
          <ac:chgData name="Dike Gan" userId="1e31dd42-57c4-40f4-b2a2-244a1677b87d" providerId="ADAL" clId="{9889DAB6-4620-409A-A72F-1E03387EACB0}" dt="2026-01-12T05:53:50.911" v="16" actId="26606"/>
          <ac:spMkLst>
            <pc:docMk/>
            <pc:sldMk cId="2036084947" sldId="273"/>
            <ac:spMk id="2" creationId="{15485370-2ED5-27BF-1CE7-1923C08DB8F8}"/>
          </ac:spMkLst>
        </pc:spChg>
        <pc:picChg chg="add mod">
          <ac:chgData name="Dike Gan" userId="1e31dd42-57c4-40f4-b2a2-244a1677b87d" providerId="ADAL" clId="{9889DAB6-4620-409A-A72F-1E03387EACB0}" dt="2026-01-12T05:54:21.495" v="21" actId="14100"/>
          <ac:picMkLst>
            <pc:docMk/>
            <pc:sldMk cId="2036084947" sldId="273"/>
            <ac:picMk id="5" creationId="{2C30EBD9-B40A-F54A-A879-2EA688D23D87}"/>
          </ac:picMkLst>
        </pc:picChg>
      </pc:sldChg>
      <pc:sldChg chg="addSp delSp modSp new mod">
        <pc:chgData name="Dike Gan" userId="1e31dd42-57c4-40f4-b2a2-244a1677b87d" providerId="ADAL" clId="{9889DAB6-4620-409A-A72F-1E03387EACB0}" dt="2026-01-18T19:44:04.890" v="1612" actId="20577"/>
        <pc:sldMkLst>
          <pc:docMk/>
          <pc:sldMk cId="2825262267" sldId="280"/>
        </pc:sldMkLst>
        <pc:spChg chg="mod">
          <ac:chgData name="Dike Gan" userId="1e31dd42-57c4-40f4-b2a2-244a1677b87d" providerId="ADAL" clId="{9889DAB6-4620-409A-A72F-1E03387EACB0}" dt="2026-01-18T19:42:51.376" v="1590"/>
          <ac:spMkLst>
            <pc:docMk/>
            <pc:sldMk cId="2825262267" sldId="280"/>
            <ac:spMk id="2" creationId="{ED02EC6A-BA28-9D09-CC8E-45C54C1B4CEB}"/>
          </ac:spMkLst>
        </pc:spChg>
        <pc:spChg chg="add del mod">
          <ac:chgData name="Dike Gan" userId="1e31dd42-57c4-40f4-b2a2-244a1677b87d" providerId="ADAL" clId="{9889DAB6-4620-409A-A72F-1E03387EACB0}" dt="2026-01-18T19:43:30.233" v="1598" actId="478"/>
          <ac:spMkLst>
            <pc:docMk/>
            <pc:sldMk cId="2825262267" sldId="280"/>
            <ac:spMk id="3" creationId="{BC6A7F5D-7A54-040C-166A-3C24B5CEE32A}"/>
          </ac:spMkLst>
        </pc:spChg>
        <pc:spChg chg="add del mod">
          <ac:chgData name="Dike Gan" userId="1e31dd42-57c4-40f4-b2a2-244a1677b87d" providerId="ADAL" clId="{9889DAB6-4620-409A-A72F-1E03387EACB0}" dt="2026-01-18T19:43:44.735" v="1607" actId="478"/>
          <ac:spMkLst>
            <pc:docMk/>
            <pc:sldMk cId="2825262267" sldId="280"/>
            <ac:spMk id="4" creationId="{4B97F371-FDD8-B80A-E9EC-7706B9ED5470}"/>
          </ac:spMkLst>
        </pc:spChg>
        <pc:spChg chg="add del mod">
          <ac:chgData name="Dike Gan" userId="1e31dd42-57c4-40f4-b2a2-244a1677b87d" providerId="ADAL" clId="{9889DAB6-4620-409A-A72F-1E03387EACB0}" dt="2026-01-18T19:44:04.890" v="1612" actId="20577"/>
          <ac:spMkLst>
            <pc:docMk/>
            <pc:sldMk cId="2825262267" sldId="280"/>
            <ac:spMk id="5" creationId="{2B70BDD8-5685-BEEA-3647-77DE616C087A}"/>
          </ac:spMkLst>
        </pc:spChg>
        <pc:spChg chg="add mod">
          <ac:chgData name="Dike Gan" userId="1e31dd42-57c4-40f4-b2a2-244a1677b87d" providerId="ADAL" clId="{9889DAB6-4620-409A-A72F-1E03387EACB0}" dt="2026-01-18T19:43:36.460" v="1602"/>
          <ac:spMkLst>
            <pc:docMk/>
            <pc:sldMk cId="2825262267" sldId="280"/>
            <ac:spMk id="6" creationId="{918640A7-3236-040E-9635-15D01A3F0E43}"/>
          </ac:spMkLst>
        </pc:spChg>
        <pc:picChg chg="add del mod">
          <ac:chgData name="Dike Gan" userId="1e31dd42-57c4-40f4-b2a2-244a1677b87d" providerId="ADAL" clId="{9889DAB6-4620-409A-A72F-1E03387EACB0}" dt="2026-01-18T19:43:28.818" v="1596" actId="478"/>
          <ac:picMkLst>
            <pc:docMk/>
            <pc:sldMk cId="2825262267" sldId="280"/>
            <ac:picMk id="7" creationId="{01737821-4D65-5EC3-A4A1-B1FF07DC6B7D}"/>
          </ac:picMkLst>
        </pc:picChg>
      </pc:sldChg>
      <pc:sldChg chg="addSp delSp modSp new mod">
        <pc:chgData name="Dike Gan" userId="1e31dd42-57c4-40f4-b2a2-244a1677b87d" providerId="ADAL" clId="{9889DAB6-4620-409A-A72F-1E03387EACB0}" dt="2026-01-13T06:27:03.754" v="369" actId="14100"/>
        <pc:sldMkLst>
          <pc:docMk/>
          <pc:sldMk cId="3350369248" sldId="281"/>
        </pc:sldMkLst>
        <pc:spChg chg="mod">
          <ac:chgData name="Dike Gan" userId="1e31dd42-57c4-40f4-b2a2-244a1677b87d" providerId="ADAL" clId="{9889DAB6-4620-409A-A72F-1E03387EACB0}" dt="2026-01-13T06:16:52.457" v="254"/>
          <ac:spMkLst>
            <pc:docMk/>
            <pc:sldMk cId="3350369248" sldId="281"/>
            <ac:spMk id="2" creationId="{1522B4F9-2F48-431E-5B99-9462006B62A4}"/>
          </ac:spMkLst>
        </pc:spChg>
        <pc:spChg chg="add del mod">
          <ac:chgData name="Dike Gan" userId="1e31dd42-57c4-40f4-b2a2-244a1677b87d" providerId="ADAL" clId="{9889DAB6-4620-409A-A72F-1E03387EACB0}" dt="2026-01-13T06:19:51.489" v="281" actId="1076"/>
          <ac:spMkLst>
            <pc:docMk/>
            <pc:sldMk cId="3350369248" sldId="281"/>
            <ac:spMk id="3" creationId="{9515FDE8-BEA5-0830-E73A-DDCC79AD24C2}"/>
          </ac:spMkLst>
        </pc:spChg>
        <pc:picChg chg="add mod">
          <ac:chgData name="Dike Gan" userId="1e31dd42-57c4-40f4-b2a2-244a1677b87d" providerId="ADAL" clId="{9889DAB6-4620-409A-A72F-1E03387EACB0}" dt="2026-01-13T06:22:43.115" v="317" actId="14100"/>
          <ac:picMkLst>
            <pc:docMk/>
            <pc:sldMk cId="3350369248" sldId="281"/>
            <ac:picMk id="10" creationId="{0812D8CA-E416-E324-4C68-DF6B8BDB570A}"/>
          </ac:picMkLst>
        </pc:picChg>
        <pc:picChg chg="add mod">
          <ac:chgData name="Dike Gan" userId="1e31dd42-57c4-40f4-b2a2-244a1677b87d" providerId="ADAL" clId="{9889DAB6-4620-409A-A72F-1E03387EACB0}" dt="2026-01-13T06:23:18.839" v="328" actId="1076"/>
          <ac:picMkLst>
            <pc:docMk/>
            <pc:sldMk cId="3350369248" sldId="281"/>
            <ac:picMk id="12" creationId="{F0963A18-BDD6-9528-C0DD-E7EED8DF2384}"/>
          </ac:picMkLst>
        </pc:picChg>
        <pc:picChg chg="add mod">
          <ac:chgData name="Dike Gan" userId="1e31dd42-57c4-40f4-b2a2-244a1677b87d" providerId="ADAL" clId="{9889DAB6-4620-409A-A72F-1E03387EACB0}" dt="2026-01-13T06:26:43.984" v="364" actId="14100"/>
          <ac:picMkLst>
            <pc:docMk/>
            <pc:sldMk cId="3350369248" sldId="281"/>
            <ac:picMk id="14" creationId="{5154CE84-CFA2-B1A1-B86A-A8BA8BE6672D}"/>
          </ac:picMkLst>
        </pc:picChg>
        <pc:picChg chg="add mod">
          <ac:chgData name="Dike Gan" userId="1e31dd42-57c4-40f4-b2a2-244a1677b87d" providerId="ADAL" clId="{9889DAB6-4620-409A-A72F-1E03387EACB0}" dt="2026-01-13T06:27:03.754" v="369" actId="14100"/>
          <ac:picMkLst>
            <pc:docMk/>
            <pc:sldMk cId="3350369248" sldId="281"/>
            <ac:picMk id="16" creationId="{8CC919E7-2B2E-F76E-1DA0-149715861000}"/>
          </ac:picMkLst>
        </pc:picChg>
      </pc:sldChg>
      <pc:sldChg chg="addSp delSp modSp new mod">
        <pc:chgData name="Dike Gan" userId="1e31dd42-57c4-40f4-b2a2-244a1677b87d" providerId="ADAL" clId="{9889DAB6-4620-409A-A72F-1E03387EACB0}" dt="2026-01-13T06:37:24.987" v="423" actId="14100"/>
        <pc:sldMkLst>
          <pc:docMk/>
          <pc:sldMk cId="2743130842" sldId="282"/>
        </pc:sldMkLst>
        <pc:spChg chg="mod">
          <ac:chgData name="Dike Gan" userId="1e31dd42-57c4-40f4-b2a2-244a1677b87d" providerId="ADAL" clId="{9889DAB6-4620-409A-A72F-1E03387EACB0}" dt="2026-01-13T06:27:44.105" v="371"/>
          <ac:spMkLst>
            <pc:docMk/>
            <pc:sldMk cId="2743130842" sldId="282"/>
            <ac:spMk id="2" creationId="{3F88DA79-889C-3A0B-FEA1-C64FDC7AB989}"/>
          </ac:spMkLst>
        </pc:spChg>
        <pc:spChg chg="add del mod">
          <ac:chgData name="Dike Gan" userId="1e31dd42-57c4-40f4-b2a2-244a1677b87d" providerId="ADAL" clId="{9889DAB6-4620-409A-A72F-1E03387EACB0}" dt="2026-01-13T06:37:10.141" v="416" actId="1076"/>
          <ac:spMkLst>
            <pc:docMk/>
            <pc:sldMk cId="2743130842" sldId="282"/>
            <ac:spMk id="3" creationId="{3BCACEDA-ACA5-DF4E-6167-F721EC6EF171}"/>
          </ac:spMkLst>
        </pc:spChg>
        <pc:picChg chg="add mod">
          <ac:chgData name="Dike Gan" userId="1e31dd42-57c4-40f4-b2a2-244a1677b87d" providerId="ADAL" clId="{9889DAB6-4620-409A-A72F-1E03387EACB0}" dt="2026-01-13T06:37:15.876" v="419" actId="14100"/>
          <ac:picMkLst>
            <pc:docMk/>
            <pc:sldMk cId="2743130842" sldId="282"/>
            <ac:picMk id="6" creationId="{45A7071F-F41F-5BF4-3F2D-E010336BF9A3}"/>
          </ac:picMkLst>
        </pc:picChg>
        <pc:picChg chg="add mod">
          <ac:chgData name="Dike Gan" userId="1e31dd42-57c4-40f4-b2a2-244a1677b87d" providerId="ADAL" clId="{9889DAB6-4620-409A-A72F-1E03387EACB0}" dt="2026-01-13T06:37:20.459" v="421" actId="14100"/>
          <ac:picMkLst>
            <pc:docMk/>
            <pc:sldMk cId="2743130842" sldId="282"/>
            <ac:picMk id="10" creationId="{AF1AB1EB-32AB-9E81-C5F2-B337CB6268F5}"/>
          </ac:picMkLst>
        </pc:picChg>
        <pc:picChg chg="add mod">
          <ac:chgData name="Dike Gan" userId="1e31dd42-57c4-40f4-b2a2-244a1677b87d" providerId="ADAL" clId="{9889DAB6-4620-409A-A72F-1E03387EACB0}" dt="2026-01-13T06:37:24.987" v="423" actId="14100"/>
          <ac:picMkLst>
            <pc:docMk/>
            <pc:sldMk cId="2743130842" sldId="282"/>
            <ac:picMk id="12" creationId="{E7AF02BC-4415-0480-4E5F-870B068FA23D}"/>
          </ac:picMkLst>
        </pc:picChg>
      </pc:sldChg>
      <pc:sldChg chg="addSp delSp modSp new mod">
        <pc:chgData name="Dike Gan" userId="1e31dd42-57c4-40f4-b2a2-244a1677b87d" providerId="ADAL" clId="{9889DAB6-4620-409A-A72F-1E03387EACB0}" dt="2026-01-13T07:01:28.626" v="570" actId="20577"/>
        <pc:sldMkLst>
          <pc:docMk/>
          <pc:sldMk cId="1142684234" sldId="283"/>
        </pc:sldMkLst>
        <pc:spChg chg="mod">
          <ac:chgData name="Dike Gan" userId="1e31dd42-57c4-40f4-b2a2-244a1677b87d" providerId="ADAL" clId="{9889DAB6-4620-409A-A72F-1E03387EACB0}" dt="2026-01-13T06:38:32.360" v="425"/>
          <ac:spMkLst>
            <pc:docMk/>
            <pc:sldMk cId="1142684234" sldId="283"/>
            <ac:spMk id="2" creationId="{2D6A9325-EF7E-5608-25A7-6D8E9C064963}"/>
          </ac:spMkLst>
        </pc:spChg>
        <pc:spChg chg="add del mod">
          <ac:chgData name="Dike Gan" userId="1e31dd42-57c4-40f4-b2a2-244a1677b87d" providerId="ADAL" clId="{9889DAB6-4620-409A-A72F-1E03387EACB0}" dt="2026-01-13T07:01:28.626" v="570" actId="20577"/>
          <ac:spMkLst>
            <pc:docMk/>
            <pc:sldMk cId="1142684234" sldId="283"/>
            <ac:spMk id="3" creationId="{0BB29B58-02D8-1F20-626B-B0C2A5A65E12}"/>
          </ac:spMkLst>
        </pc:spChg>
        <pc:picChg chg="add mod">
          <ac:chgData name="Dike Gan" userId="1e31dd42-57c4-40f4-b2a2-244a1677b87d" providerId="ADAL" clId="{9889DAB6-4620-409A-A72F-1E03387EACB0}" dt="2026-01-13T06:44:08.896" v="462" actId="1076"/>
          <ac:picMkLst>
            <pc:docMk/>
            <pc:sldMk cId="1142684234" sldId="283"/>
            <ac:picMk id="5" creationId="{66D9F2AE-D046-99D2-FA32-A80E0D7D6292}"/>
          </ac:picMkLst>
        </pc:picChg>
        <pc:picChg chg="add mod">
          <ac:chgData name="Dike Gan" userId="1e31dd42-57c4-40f4-b2a2-244a1677b87d" providerId="ADAL" clId="{9889DAB6-4620-409A-A72F-1E03387EACB0}" dt="2026-01-13T06:44:10.155" v="463" actId="1076"/>
          <ac:picMkLst>
            <pc:docMk/>
            <pc:sldMk cId="1142684234" sldId="283"/>
            <ac:picMk id="9" creationId="{9F4B228C-F750-548D-6F7E-3E4833CF1243}"/>
          </ac:picMkLst>
        </pc:picChg>
      </pc:sldChg>
      <pc:sldChg chg="addSp delSp modSp new mod">
        <pc:chgData name="Dike Gan" userId="1e31dd42-57c4-40f4-b2a2-244a1677b87d" providerId="ADAL" clId="{9889DAB6-4620-409A-A72F-1E03387EACB0}" dt="2026-01-13T06:51:14.699" v="486" actId="14100"/>
        <pc:sldMkLst>
          <pc:docMk/>
          <pc:sldMk cId="3904790437" sldId="284"/>
        </pc:sldMkLst>
        <pc:spChg chg="mod">
          <ac:chgData name="Dike Gan" userId="1e31dd42-57c4-40f4-b2a2-244a1677b87d" providerId="ADAL" clId="{9889DAB6-4620-409A-A72F-1E03387EACB0}" dt="2026-01-13T06:50:08.486" v="473"/>
          <ac:spMkLst>
            <pc:docMk/>
            <pc:sldMk cId="3904790437" sldId="284"/>
            <ac:spMk id="2" creationId="{14567817-0171-898D-9360-8910905B00D4}"/>
          </ac:spMkLst>
        </pc:spChg>
        <pc:picChg chg="add mod">
          <ac:chgData name="Dike Gan" userId="1e31dd42-57c4-40f4-b2a2-244a1677b87d" providerId="ADAL" clId="{9889DAB6-4620-409A-A72F-1E03387EACB0}" dt="2026-01-13T06:51:09.841" v="484" actId="14100"/>
          <ac:picMkLst>
            <pc:docMk/>
            <pc:sldMk cId="3904790437" sldId="284"/>
            <ac:picMk id="5" creationId="{D74AB857-3EF4-C4B7-90F9-A704A6901A79}"/>
          </ac:picMkLst>
        </pc:picChg>
        <pc:picChg chg="add mod">
          <ac:chgData name="Dike Gan" userId="1e31dd42-57c4-40f4-b2a2-244a1677b87d" providerId="ADAL" clId="{9889DAB6-4620-409A-A72F-1E03387EACB0}" dt="2026-01-13T06:51:14.699" v="486" actId="14100"/>
          <ac:picMkLst>
            <pc:docMk/>
            <pc:sldMk cId="3904790437" sldId="284"/>
            <ac:picMk id="7" creationId="{70DB3DE4-196D-D49D-72FE-BAB4C911B575}"/>
          </ac:picMkLst>
        </pc:picChg>
      </pc:sldChg>
      <pc:sldChg chg="addSp delSp modSp new mod">
        <pc:chgData name="Dike Gan" userId="1e31dd42-57c4-40f4-b2a2-244a1677b87d" providerId="ADAL" clId="{9889DAB6-4620-409A-A72F-1E03387EACB0}" dt="2026-01-13T06:55:22.046" v="512" actId="1076"/>
        <pc:sldMkLst>
          <pc:docMk/>
          <pc:sldMk cId="2541912771" sldId="285"/>
        </pc:sldMkLst>
        <pc:spChg chg="mod">
          <ac:chgData name="Dike Gan" userId="1e31dd42-57c4-40f4-b2a2-244a1677b87d" providerId="ADAL" clId="{9889DAB6-4620-409A-A72F-1E03387EACB0}" dt="2026-01-13T06:51:22.459" v="487"/>
          <ac:spMkLst>
            <pc:docMk/>
            <pc:sldMk cId="2541912771" sldId="285"/>
            <ac:spMk id="2" creationId="{D02763CD-7D95-731F-766D-49CFF70C8BE3}"/>
          </ac:spMkLst>
        </pc:spChg>
        <pc:picChg chg="add mod">
          <ac:chgData name="Dike Gan" userId="1e31dd42-57c4-40f4-b2a2-244a1677b87d" providerId="ADAL" clId="{9889DAB6-4620-409A-A72F-1E03387EACB0}" dt="2026-01-13T06:55:17.962" v="511" actId="14100"/>
          <ac:picMkLst>
            <pc:docMk/>
            <pc:sldMk cId="2541912771" sldId="285"/>
            <ac:picMk id="13" creationId="{1CC16086-C04A-C906-E7CE-579C0CA5F553}"/>
          </ac:picMkLst>
        </pc:picChg>
        <pc:picChg chg="add mod">
          <ac:chgData name="Dike Gan" userId="1e31dd42-57c4-40f4-b2a2-244a1677b87d" providerId="ADAL" clId="{9889DAB6-4620-409A-A72F-1E03387EACB0}" dt="2026-01-13T06:55:22.046" v="512" actId="1076"/>
          <ac:picMkLst>
            <pc:docMk/>
            <pc:sldMk cId="2541912771" sldId="285"/>
            <ac:picMk id="16" creationId="{8CD305B0-A419-8B90-2B45-3A2A32C84A06}"/>
          </ac:picMkLst>
        </pc:picChg>
      </pc:sldChg>
      <pc:sldChg chg="addSp delSp modSp new mod">
        <pc:chgData name="Dike Gan" userId="1e31dd42-57c4-40f4-b2a2-244a1677b87d" providerId="ADAL" clId="{9889DAB6-4620-409A-A72F-1E03387EACB0}" dt="2026-01-13T07:05:59.348" v="598" actId="1076"/>
        <pc:sldMkLst>
          <pc:docMk/>
          <pc:sldMk cId="568290224" sldId="286"/>
        </pc:sldMkLst>
        <pc:spChg chg="mod">
          <ac:chgData name="Dike Gan" userId="1e31dd42-57c4-40f4-b2a2-244a1677b87d" providerId="ADAL" clId="{9889DAB6-4620-409A-A72F-1E03387EACB0}" dt="2026-01-13T07:01:45.574" v="571"/>
          <ac:spMkLst>
            <pc:docMk/>
            <pc:sldMk cId="568290224" sldId="286"/>
            <ac:spMk id="2" creationId="{E6E2E906-9FC0-F6BD-7C35-E1448A371B95}"/>
          </ac:spMkLst>
        </pc:spChg>
        <pc:picChg chg="add mod">
          <ac:chgData name="Dike Gan" userId="1e31dd42-57c4-40f4-b2a2-244a1677b87d" providerId="ADAL" clId="{9889DAB6-4620-409A-A72F-1E03387EACB0}" dt="2026-01-13T07:05:57.899" v="597" actId="1076"/>
          <ac:picMkLst>
            <pc:docMk/>
            <pc:sldMk cId="568290224" sldId="286"/>
            <ac:picMk id="13" creationId="{7FF68122-46C2-C18E-BACB-97B4A1F88124}"/>
          </ac:picMkLst>
        </pc:picChg>
        <pc:picChg chg="add mod">
          <ac:chgData name="Dike Gan" userId="1e31dd42-57c4-40f4-b2a2-244a1677b87d" providerId="ADAL" clId="{9889DAB6-4620-409A-A72F-1E03387EACB0}" dt="2026-01-13T07:05:59.348" v="598" actId="1076"/>
          <ac:picMkLst>
            <pc:docMk/>
            <pc:sldMk cId="568290224" sldId="286"/>
            <ac:picMk id="15" creationId="{4147DE27-AAB4-0EBA-0C22-B182BB697E0B}"/>
          </ac:picMkLst>
        </pc:picChg>
      </pc:sldChg>
      <pc:sldChg chg="modSp new mod">
        <pc:chgData name="Dike Gan" userId="1e31dd42-57c4-40f4-b2a2-244a1677b87d" providerId="ADAL" clId="{9889DAB6-4620-409A-A72F-1E03387EACB0}" dt="2026-01-13T07:59:08.310" v="621" actId="15"/>
        <pc:sldMkLst>
          <pc:docMk/>
          <pc:sldMk cId="1642172235" sldId="287"/>
        </pc:sldMkLst>
        <pc:spChg chg="mod">
          <ac:chgData name="Dike Gan" userId="1e31dd42-57c4-40f4-b2a2-244a1677b87d" providerId="ADAL" clId="{9889DAB6-4620-409A-A72F-1E03387EACB0}" dt="2026-01-13T07:58:53.666" v="616"/>
          <ac:spMkLst>
            <pc:docMk/>
            <pc:sldMk cId="1642172235" sldId="287"/>
            <ac:spMk id="2" creationId="{669666DA-B672-AA1B-93ED-20BC323B6B68}"/>
          </ac:spMkLst>
        </pc:spChg>
        <pc:spChg chg="mod">
          <ac:chgData name="Dike Gan" userId="1e31dd42-57c4-40f4-b2a2-244a1677b87d" providerId="ADAL" clId="{9889DAB6-4620-409A-A72F-1E03387EACB0}" dt="2026-01-13T07:59:08.310" v="621" actId="15"/>
          <ac:spMkLst>
            <pc:docMk/>
            <pc:sldMk cId="1642172235" sldId="287"/>
            <ac:spMk id="3" creationId="{DD12540D-53B1-9F4C-317F-25BADD7AEA08}"/>
          </ac:spMkLst>
        </pc:spChg>
      </pc:sldChg>
      <pc:sldChg chg="modSp new mod">
        <pc:chgData name="Dike Gan" userId="1e31dd42-57c4-40f4-b2a2-244a1677b87d" providerId="ADAL" clId="{9889DAB6-4620-409A-A72F-1E03387EACB0}" dt="2026-01-13T08:02:04.904" v="627" actId="15"/>
        <pc:sldMkLst>
          <pc:docMk/>
          <pc:sldMk cId="53098013" sldId="288"/>
        </pc:sldMkLst>
        <pc:spChg chg="mod">
          <ac:chgData name="Dike Gan" userId="1e31dd42-57c4-40f4-b2a2-244a1677b87d" providerId="ADAL" clId="{9889DAB6-4620-409A-A72F-1E03387EACB0}" dt="2026-01-13T08:01:49.689" v="622"/>
          <ac:spMkLst>
            <pc:docMk/>
            <pc:sldMk cId="53098013" sldId="288"/>
            <ac:spMk id="2" creationId="{EB2DD723-55B7-4142-AF1F-3EE376D4AA87}"/>
          </ac:spMkLst>
        </pc:spChg>
        <pc:spChg chg="mod">
          <ac:chgData name="Dike Gan" userId="1e31dd42-57c4-40f4-b2a2-244a1677b87d" providerId="ADAL" clId="{9889DAB6-4620-409A-A72F-1E03387EACB0}" dt="2026-01-13T08:02:04.904" v="627" actId="15"/>
          <ac:spMkLst>
            <pc:docMk/>
            <pc:sldMk cId="53098013" sldId="288"/>
            <ac:spMk id="3" creationId="{B3FAA829-853E-B196-EFBC-1C83831749A3}"/>
          </ac:spMkLst>
        </pc:spChg>
      </pc:sldChg>
      <pc:sldChg chg="addSp delSp modSp mod">
        <pc:chgData name="Dike Gan" userId="1e31dd42-57c4-40f4-b2a2-244a1677b87d" providerId="ADAL" clId="{9889DAB6-4620-409A-A72F-1E03387EACB0}" dt="2026-01-15T17:34:21.272" v="862" actId="2162"/>
        <pc:sldMkLst>
          <pc:docMk/>
          <pc:sldMk cId="529131665" sldId="293"/>
        </pc:sldMkLst>
        <pc:spChg chg="mod">
          <ac:chgData name="Dike Gan" userId="1e31dd42-57c4-40f4-b2a2-244a1677b87d" providerId="ADAL" clId="{9889DAB6-4620-409A-A72F-1E03387EACB0}" dt="2026-01-15T17:32:03.318" v="846" actId="20577"/>
          <ac:spMkLst>
            <pc:docMk/>
            <pc:sldMk cId="529131665" sldId="293"/>
            <ac:spMk id="4" creationId="{CB273457-0F41-53D4-FAE9-B9AFAEAE521E}"/>
          </ac:spMkLst>
        </pc:spChg>
        <pc:graphicFrameChg chg="mod modGraphic">
          <ac:chgData name="Dike Gan" userId="1e31dd42-57c4-40f4-b2a2-244a1677b87d" providerId="ADAL" clId="{9889DAB6-4620-409A-A72F-1E03387EACB0}" dt="2026-01-15T17:34:21.272" v="862" actId="2162"/>
          <ac:graphicFrameMkLst>
            <pc:docMk/>
            <pc:sldMk cId="529131665" sldId="293"/>
            <ac:graphicFrameMk id="8" creationId="{F5EA3584-A798-FD3C-5364-088DD00D55BC}"/>
          </ac:graphicFrameMkLst>
        </pc:graphicFrameChg>
      </pc:sldChg>
      <pc:sldChg chg="mod modShow">
        <pc:chgData name="Dike Gan" userId="1e31dd42-57c4-40f4-b2a2-244a1677b87d" providerId="ADAL" clId="{9889DAB6-4620-409A-A72F-1E03387EACB0}" dt="2026-01-16T16:28:13.471" v="1059" actId="729"/>
        <pc:sldMkLst>
          <pc:docMk/>
          <pc:sldMk cId="766065291" sldId="295"/>
        </pc:sldMkLst>
      </pc:sldChg>
      <pc:sldChg chg="addSp modSp new mod">
        <pc:chgData name="Dike Gan" userId="1e31dd42-57c4-40f4-b2a2-244a1677b87d" providerId="ADAL" clId="{9889DAB6-4620-409A-A72F-1E03387EACB0}" dt="2026-01-16T15:48:45.988" v="1044" actId="14734"/>
        <pc:sldMkLst>
          <pc:docMk/>
          <pc:sldMk cId="1639736018" sldId="299"/>
        </pc:sldMkLst>
        <pc:spChg chg="mod">
          <ac:chgData name="Dike Gan" userId="1e31dd42-57c4-40f4-b2a2-244a1677b87d" providerId="ADAL" clId="{9889DAB6-4620-409A-A72F-1E03387EACB0}" dt="2026-01-16T15:47:19.862" v="1034" actId="404"/>
          <ac:spMkLst>
            <pc:docMk/>
            <pc:sldMk cId="1639736018" sldId="299"/>
            <ac:spMk id="2" creationId="{E330366B-CEB1-F483-486C-138DB171B045}"/>
          </ac:spMkLst>
        </pc:spChg>
        <pc:spChg chg="mod">
          <ac:chgData name="Dike Gan" userId="1e31dd42-57c4-40f4-b2a2-244a1677b87d" providerId="ADAL" clId="{9889DAB6-4620-409A-A72F-1E03387EACB0}" dt="2026-01-16T15:48:35.888" v="1039" actId="1076"/>
          <ac:spMkLst>
            <pc:docMk/>
            <pc:sldMk cId="1639736018" sldId="299"/>
            <ac:spMk id="3" creationId="{D73657A6-794F-3BBD-CC23-C7A641DD0E47}"/>
          </ac:spMkLst>
        </pc:spChg>
        <pc:graphicFrameChg chg="add mod modGraphic">
          <ac:chgData name="Dike Gan" userId="1e31dd42-57c4-40f4-b2a2-244a1677b87d" providerId="ADAL" clId="{9889DAB6-4620-409A-A72F-1E03387EACB0}" dt="2026-01-16T15:48:45.988" v="1044" actId="14734"/>
          <ac:graphicFrameMkLst>
            <pc:docMk/>
            <pc:sldMk cId="1639736018" sldId="299"/>
            <ac:graphicFrameMk id="4" creationId="{CC7ACB94-350F-B997-A35D-9E0A973FD32F}"/>
          </ac:graphicFrameMkLst>
        </pc:graphicFrameChg>
      </pc:sldChg>
      <pc:sldChg chg="addSp delSp modSp new mod ord">
        <pc:chgData name="Dike Gan" userId="1e31dd42-57c4-40f4-b2a2-244a1677b87d" providerId="ADAL" clId="{9889DAB6-4620-409A-A72F-1E03387EACB0}" dt="2026-01-16T16:29:59.827" v="1091" actId="1076"/>
        <pc:sldMkLst>
          <pc:docMk/>
          <pc:sldMk cId="3139380344" sldId="300"/>
        </pc:sldMkLst>
        <pc:spChg chg="mod">
          <ac:chgData name="Dike Gan" userId="1e31dd42-57c4-40f4-b2a2-244a1677b87d" providerId="ADAL" clId="{9889DAB6-4620-409A-A72F-1E03387EACB0}" dt="2026-01-16T16:25:32.259" v="1048"/>
          <ac:spMkLst>
            <pc:docMk/>
            <pc:sldMk cId="3139380344" sldId="300"/>
            <ac:spMk id="2" creationId="{1E4966C2-7063-E879-7273-E976A767135D}"/>
          </ac:spMkLst>
        </pc:spChg>
        <pc:spChg chg="mod">
          <ac:chgData name="Dike Gan" userId="1e31dd42-57c4-40f4-b2a2-244a1677b87d" providerId="ADAL" clId="{9889DAB6-4620-409A-A72F-1E03387EACB0}" dt="2026-01-16T16:29:40.745" v="1088" actId="20577"/>
          <ac:spMkLst>
            <pc:docMk/>
            <pc:sldMk cId="3139380344" sldId="300"/>
            <ac:spMk id="3" creationId="{3EA02CC6-556A-514D-D329-B269F4A6F1B4}"/>
          </ac:spMkLst>
        </pc:spChg>
        <pc:spChg chg="add mod">
          <ac:chgData name="Dike Gan" userId="1e31dd42-57c4-40f4-b2a2-244a1677b87d" providerId="ADAL" clId="{9889DAB6-4620-409A-A72F-1E03387EACB0}" dt="2026-01-16T16:29:59.827" v="1091" actId="1076"/>
          <ac:spMkLst>
            <pc:docMk/>
            <pc:sldMk cId="3139380344" sldId="300"/>
            <ac:spMk id="8" creationId="{7B5A46FA-54B5-8642-5BF4-C391BC61487D}"/>
          </ac:spMkLst>
        </pc:spChg>
      </pc:sldChg>
      <pc:sldChg chg="addSp delSp modSp new mod">
        <pc:chgData name="Dike Gan" userId="1e31dd42-57c4-40f4-b2a2-244a1677b87d" providerId="ADAL" clId="{9889DAB6-4620-409A-A72F-1E03387EACB0}" dt="2026-01-17T18:03:57.713" v="1408" actId="1076"/>
        <pc:sldMkLst>
          <pc:docMk/>
          <pc:sldMk cId="1112991308" sldId="301"/>
        </pc:sldMkLst>
        <pc:spChg chg="mod">
          <ac:chgData name="Dike Gan" userId="1e31dd42-57c4-40f4-b2a2-244a1677b87d" providerId="ADAL" clId="{9889DAB6-4620-409A-A72F-1E03387EACB0}" dt="2026-01-17T17:09:20.825" v="1255"/>
          <ac:spMkLst>
            <pc:docMk/>
            <pc:sldMk cId="1112991308" sldId="301"/>
            <ac:spMk id="2" creationId="{789E1815-3A36-5D9B-F8D6-F60D301973DB}"/>
          </ac:spMkLst>
        </pc:spChg>
        <pc:spChg chg="add mod">
          <ac:chgData name="Dike Gan" userId="1e31dd42-57c4-40f4-b2a2-244a1677b87d" providerId="ADAL" clId="{9889DAB6-4620-409A-A72F-1E03387EACB0}" dt="2026-01-17T18:03:57.713" v="1408" actId="1076"/>
          <ac:spMkLst>
            <pc:docMk/>
            <pc:sldMk cId="1112991308" sldId="301"/>
            <ac:spMk id="10" creationId="{368D5CF2-8A95-795F-EAAB-E2269624A487}"/>
          </ac:spMkLst>
        </pc:spChg>
        <pc:graphicFrameChg chg="add mod ord modGraphic">
          <ac:chgData name="Dike Gan" userId="1e31dd42-57c4-40f4-b2a2-244a1677b87d" providerId="ADAL" clId="{9889DAB6-4620-409A-A72F-1E03387EACB0}" dt="2026-01-17T18:03:15.420" v="1407" actId="20577"/>
          <ac:graphicFrameMkLst>
            <pc:docMk/>
            <pc:sldMk cId="1112991308" sldId="301"/>
            <ac:graphicFrameMk id="8" creationId="{6B09AE52-DB3E-D15C-73FA-3A7526EC2E6A}"/>
          </ac:graphicFrameMkLst>
        </pc:graphicFrameChg>
      </pc:sldChg>
      <pc:sldChg chg="addSp delSp modSp new mod">
        <pc:chgData name="Dike Gan" userId="1e31dd42-57c4-40f4-b2a2-244a1677b87d" providerId="ADAL" clId="{9889DAB6-4620-409A-A72F-1E03387EACB0}" dt="2026-01-18T19:14:09.996" v="1563" actId="15"/>
        <pc:sldMkLst>
          <pc:docMk/>
          <pc:sldMk cId="2505449119" sldId="302"/>
        </pc:sldMkLst>
        <pc:spChg chg="mod">
          <ac:chgData name="Dike Gan" userId="1e31dd42-57c4-40f4-b2a2-244a1677b87d" providerId="ADAL" clId="{9889DAB6-4620-409A-A72F-1E03387EACB0}" dt="2026-01-18T18:42:42.481" v="1500"/>
          <ac:spMkLst>
            <pc:docMk/>
            <pc:sldMk cId="2505449119" sldId="302"/>
            <ac:spMk id="2" creationId="{11A08E79-0913-CF31-FB95-F2DBDFAFEE3E}"/>
          </ac:spMkLst>
        </pc:spChg>
        <pc:spChg chg="add">
          <ac:chgData name="Dike Gan" userId="1e31dd42-57c4-40f4-b2a2-244a1677b87d" providerId="ADAL" clId="{9889DAB6-4620-409A-A72F-1E03387EACB0}" dt="2026-01-18T18:42:51.213" v="1501"/>
          <ac:spMkLst>
            <pc:docMk/>
            <pc:sldMk cId="2505449119" sldId="302"/>
            <ac:spMk id="3" creationId="{EAC68917-90B3-2A5D-A79F-09BF43DB9EB3}"/>
          </ac:spMkLst>
        </pc:spChg>
        <pc:spChg chg="add del mod">
          <ac:chgData name="Dike Gan" userId="1e31dd42-57c4-40f4-b2a2-244a1677b87d" providerId="ADAL" clId="{9889DAB6-4620-409A-A72F-1E03387EACB0}" dt="2026-01-18T19:13:38.233" v="1551" actId="478"/>
          <ac:spMkLst>
            <pc:docMk/>
            <pc:sldMk cId="2505449119" sldId="302"/>
            <ac:spMk id="4" creationId="{40F81044-FF0F-EDD2-2A9B-AFFE23A293CA}"/>
          </ac:spMkLst>
        </pc:spChg>
        <pc:spChg chg="add">
          <ac:chgData name="Dike Gan" userId="1e31dd42-57c4-40f4-b2a2-244a1677b87d" providerId="ADAL" clId="{9889DAB6-4620-409A-A72F-1E03387EACB0}" dt="2026-01-18T18:43:01.152" v="1504"/>
          <ac:spMkLst>
            <pc:docMk/>
            <pc:sldMk cId="2505449119" sldId="302"/>
            <ac:spMk id="5" creationId="{FD4B4A52-83F3-A02F-94E7-F9480AF3FD21}"/>
          </ac:spMkLst>
        </pc:spChg>
        <pc:spChg chg="add">
          <ac:chgData name="Dike Gan" userId="1e31dd42-57c4-40f4-b2a2-244a1677b87d" providerId="ADAL" clId="{9889DAB6-4620-409A-A72F-1E03387EACB0}" dt="2026-01-18T19:13:26.114" v="1550"/>
          <ac:spMkLst>
            <pc:docMk/>
            <pc:sldMk cId="2505449119" sldId="302"/>
            <ac:spMk id="6" creationId="{FAA3A70F-B733-3776-BAD7-2E610B66BA7A}"/>
          </ac:spMkLst>
        </pc:spChg>
        <pc:spChg chg="add del mod">
          <ac:chgData name="Dike Gan" userId="1e31dd42-57c4-40f4-b2a2-244a1677b87d" providerId="ADAL" clId="{9889DAB6-4620-409A-A72F-1E03387EACB0}" dt="2026-01-18T19:14:09.996" v="1563" actId="15"/>
          <ac:spMkLst>
            <pc:docMk/>
            <pc:sldMk cId="2505449119" sldId="302"/>
            <ac:spMk id="7" creationId="{8D244E4B-210C-9F46-4FEF-34C46CCC726D}"/>
          </ac:spMkLst>
        </pc:spChg>
        <pc:spChg chg="add mod">
          <ac:chgData name="Dike Gan" userId="1e31dd42-57c4-40f4-b2a2-244a1677b87d" providerId="ADAL" clId="{9889DAB6-4620-409A-A72F-1E03387EACB0}" dt="2026-01-18T19:13:49.773" v="1555"/>
          <ac:spMkLst>
            <pc:docMk/>
            <pc:sldMk cId="2505449119" sldId="302"/>
            <ac:spMk id="8" creationId="{61061F14-0232-A0B2-1AD8-E0360DA3BCE7}"/>
          </ac:spMkLst>
        </pc:spChg>
      </pc:sldChg>
      <pc:sldChg chg="addSp delSp modSp new mod modShow">
        <pc:chgData name="Dike Gan" userId="1e31dd42-57c4-40f4-b2a2-244a1677b87d" providerId="ADAL" clId="{9889DAB6-4620-409A-A72F-1E03387EACB0}" dt="2026-01-17T18:40:03.627" v="1499" actId="729"/>
        <pc:sldMkLst>
          <pc:docMk/>
          <pc:sldMk cId="2697233662" sldId="303"/>
        </pc:sldMkLst>
        <pc:spChg chg="add del mod">
          <ac:chgData name="Dike Gan" userId="1e31dd42-57c4-40f4-b2a2-244a1677b87d" providerId="ADAL" clId="{9889DAB6-4620-409A-A72F-1E03387EACB0}" dt="2026-01-17T18:29:33.340" v="1497" actId="478"/>
          <ac:spMkLst>
            <pc:docMk/>
            <pc:sldMk cId="2697233662" sldId="303"/>
            <ac:spMk id="2" creationId="{86DCC78B-8F19-B09F-F9DD-D1A98AAF7AAD}"/>
          </ac:spMkLst>
        </pc:spChg>
        <pc:picChg chg="add mod ord">
          <ac:chgData name="Dike Gan" userId="1e31dd42-57c4-40f4-b2a2-244a1677b87d" providerId="ADAL" clId="{9889DAB6-4620-409A-A72F-1E03387EACB0}" dt="2026-01-17T18:29:33.743" v="1498" actId="1076"/>
          <ac:picMkLst>
            <pc:docMk/>
            <pc:sldMk cId="2697233662" sldId="303"/>
            <ac:picMk id="5" creationId="{6CB6C298-1A83-4118-61BB-69DE4B2A98A9}"/>
          </ac:picMkLst>
        </pc:picChg>
      </pc:sldChg>
      <pc:sldChg chg="addSp delSp modSp new mod">
        <pc:chgData name="Dike Gan" userId="1e31dd42-57c4-40f4-b2a2-244a1677b87d" providerId="ADAL" clId="{9889DAB6-4620-409A-A72F-1E03387EACB0}" dt="2026-01-19T11:07:05.734" v="1674" actId="20577"/>
        <pc:sldMkLst>
          <pc:docMk/>
          <pc:sldMk cId="1404682922" sldId="304"/>
        </pc:sldMkLst>
        <pc:spChg chg="mod">
          <ac:chgData name="Dike Gan" userId="1e31dd42-57c4-40f4-b2a2-244a1677b87d" providerId="ADAL" clId="{9889DAB6-4620-409A-A72F-1E03387EACB0}" dt="2026-01-19T11:01:02.877" v="1629"/>
          <ac:spMkLst>
            <pc:docMk/>
            <pc:sldMk cId="1404682922" sldId="304"/>
            <ac:spMk id="2" creationId="{AED60A6E-4132-F169-F585-8D45371B80E3}"/>
          </ac:spMkLst>
        </pc:spChg>
        <pc:spChg chg="add del mod">
          <ac:chgData name="Dike Gan" userId="1e31dd42-57c4-40f4-b2a2-244a1677b87d" providerId="ADAL" clId="{9889DAB6-4620-409A-A72F-1E03387EACB0}" dt="2026-01-19T11:07:05.734" v="1674" actId="20577"/>
          <ac:spMkLst>
            <pc:docMk/>
            <pc:sldMk cId="1404682922" sldId="304"/>
            <ac:spMk id="3" creationId="{A919AF47-E738-93F8-9F1C-370550F81673}"/>
          </ac:spMkLst>
        </pc:spChg>
        <pc:spChg chg="add mod">
          <ac:chgData name="Dike Gan" userId="1e31dd42-57c4-40f4-b2a2-244a1677b87d" providerId="ADAL" clId="{9889DAB6-4620-409A-A72F-1E03387EACB0}" dt="2026-01-19T08:23:11.555" v="1616"/>
          <ac:spMkLst>
            <pc:docMk/>
            <pc:sldMk cId="1404682922" sldId="304"/>
            <ac:spMk id="4" creationId="{5A8DFB3E-4EED-1681-8013-C34EE06A840C}"/>
          </ac:spMkLst>
        </pc:spChg>
        <pc:spChg chg="add">
          <ac:chgData name="Dike Gan" userId="1e31dd42-57c4-40f4-b2a2-244a1677b87d" providerId="ADAL" clId="{9889DAB6-4620-409A-A72F-1E03387EACB0}" dt="2026-01-19T11:02:42.544" v="1630"/>
          <ac:spMkLst>
            <pc:docMk/>
            <pc:sldMk cId="1404682922" sldId="304"/>
            <ac:spMk id="5" creationId="{B259AA27-126D-6EC7-9814-744E3711C70D}"/>
          </ac:spMkLst>
        </pc:spChg>
        <pc:spChg chg="add mod">
          <ac:chgData name="Dike Gan" userId="1e31dd42-57c4-40f4-b2a2-244a1677b87d" providerId="ADAL" clId="{9889DAB6-4620-409A-A72F-1E03387EACB0}" dt="2026-01-19T11:02:44.330" v="1632"/>
          <ac:spMkLst>
            <pc:docMk/>
            <pc:sldMk cId="1404682922" sldId="304"/>
            <ac:spMk id="6" creationId="{E9375D06-EB24-481E-4A5B-DAFA48929AC2}"/>
          </ac:spMkLst>
        </pc:spChg>
        <pc:spChg chg="add">
          <ac:chgData name="Dike Gan" userId="1e31dd42-57c4-40f4-b2a2-244a1677b87d" providerId="ADAL" clId="{9889DAB6-4620-409A-A72F-1E03387EACB0}" dt="2026-01-19T11:02:48.291" v="1634"/>
          <ac:spMkLst>
            <pc:docMk/>
            <pc:sldMk cId="1404682922" sldId="304"/>
            <ac:spMk id="7" creationId="{1641A581-F897-E100-8DEE-2165DF4FC4C8}"/>
          </ac:spMkLst>
        </pc:spChg>
        <pc:spChg chg="add">
          <ac:chgData name="Dike Gan" userId="1e31dd42-57c4-40f4-b2a2-244a1677b87d" providerId="ADAL" clId="{9889DAB6-4620-409A-A72F-1E03387EACB0}" dt="2026-01-19T11:03:18.351" v="1635"/>
          <ac:spMkLst>
            <pc:docMk/>
            <pc:sldMk cId="1404682922" sldId="304"/>
            <ac:spMk id="8" creationId="{02EAA5E2-65BE-2E83-25A6-71743C72E920}"/>
          </ac:spMkLst>
        </pc:spChg>
        <pc:spChg chg="add">
          <ac:chgData name="Dike Gan" userId="1e31dd42-57c4-40f4-b2a2-244a1677b87d" providerId="ADAL" clId="{9889DAB6-4620-409A-A72F-1E03387EACB0}" dt="2026-01-19T11:03:26.101" v="1636"/>
          <ac:spMkLst>
            <pc:docMk/>
            <pc:sldMk cId="1404682922" sldId="304"/>
            <ac:spMk id="9" creationId="{CCB243EA-E877-B3A3-5FD2-B206ACA5AB59}"/>
          </ac:spMkLst>
        </pc:spChg>
        <pc:spChg chg="add del">
          <ac:chgData name="Dike Gan" userId="1e31dd42-57c4-40f4-b2a2-244a1677b87d" providerId="ADAL" clId="{9889DAB6-4620-409A-A72F-1E03387EACB0}" dt="2026-01-19T11:03:31.942" v="1641" actId="21"/>
          <ac:spMkLst>
            <pc:docMk/>
            <pc:sldMk cId="1404682922" sldId="304"/>
            <ac:spMk id="10" creationId="{7B0693C1-FAE9-F087-5856-BF757859C6FA}"/>
          </ac:spMkLst>
        </pc:spChg>
        <pc:spChg chg="add mod">
          <ac:chgData name="Dike Gan" userId="1e31dd42-57c4-40f4-b2a2-244a1677b87d" providerId="ADAL" clId="{9889DAB6-4620-409A-A72F-1E03387EACB0}" dt="2026-01-19T11:03:30.753" v="1640" actId="21"/>
          <ac:spMkLst>
            <pc:docMk/>
            <pc:sldMk cId="1404682922" sldId="304"/>
            <ac:spMk id="11" creationId="{4F21B388-6988-DDBA-8F13-BC6DEC04CE3F}"/>
          </ac:spMkLst>
        </pc:spChg>
        <pc:spChg chg="add mod">
          <ac:chgData name="Dike Gan" userId="1e31dd42-57c4-40f4-b2a2-244a1677b87d" providerId="ADAL" clId="{9889DAB6-4620-409A-A72F-1E03387EACB0}" dt="2026-01-19T11:03:42.393" v="1647"/>
          <ac:spMkLst>
            <pc:docMk/>
            <pc:sldMk cId="1404682922" sldId="304"/>
            <ac:spMk id="12" creationId="{A919AF47-E738-93F8-9F1C-370550F81673}"/>
          </ac:spMkLst>
        </pc:spChg>
        <pc:spChg chg="add mod">
          <ac:chgData name="Dike Gan" userId="1e31dd42-57c4-40f4-b2a2-244a1677b87d" providerId="ADAL" clId="{9889DAB6-4620-409A-A72F-1E03387EACB0}" dt="2026-01-19T11:03:39.602" v="1644"/>
          <ac:spMkLst>
            <pc:docMk/>
            <pc:sldMk cId="1404682922" sldId="304"/>
            <ac:spMk id="13" creationId="{7B0693C1-FAE9-F087-5856-BF757859C6FA}"/>
          </ac:spMkLst>
        </pc:spChg>
        <pc:spChg chg="add mod">
          <ac:chgData name="Dike Gan" userId="1e31dd42-57c4-40f4-b2a2-244a1677b87d" providerId="ADAL" clId="{9889DAB6-4620-409A-A72F-1E03387EACB0}" dt="2026-01-19T11:03:42.045" v="1646"/>
          <ac:spMkLst>
            <pc:docMk/>
            <pc:sldMk cId="1404682922" sldId="304"/>
            <ac:spMk id="14" creationId="{DFD9A026-6DD7-7289-9EB3-F6A6304AE857}"/>
          </ac:spMkLst>
        </pc:spChg>
        <pc:spChg chg="add mod">
          <ac:chgData name="Dike Gan" userId="1e31dd42-57c4-40f4-b2a2-244a1677b87d" providerId="ADAL" clId="{9889DAB6-4620-409A-A72F-1E03387EACB0}" dt="2026-01-19T11:03:41.053" v="1645"/>
          <ac:spMkLst>
            <pc:docMk/>
            <pc:sldMk cId="1404682922" sldId="304"/>
            <ac:spMk id="15" creationId="{204B160C-2DB1-5767-651F-A983DDFFF81E}"/>
          </ac:spMkLst>
        </pc:spChg>
      </pc:sldChg>
      <pc:sldChg chg="addSp delSp modSp new mod ord">
        <pc:chgData name="Dike Gan" userId="1e31dd42-57c4-40f4-b2a2-244a1677b87d" providerId="ADAL" clId="{9889DAB6-4620-409A-A72F-1E03387EACB0}" dt="2026-01-19T11:45:40.115" v="1751" actId="14734"/>
        <pc:sldMkLst>
          <pc:docMk/>
          <pc:sldMk cId="3555151531" sldId="305"/>
        </pc:sldMkLst>
        <pc:spChg chg="mod">
          <ac:chgData name="Dike Gan" userId="1e31dd42-57c4-40f4-b2a2-244a1677b87d" providerId="ADAL" clId="{9889DAB6-4620-409A-A72F-1E03387EACB0}" dt="2026-01-19T11:04:59.753" v="1663"/>
          <ac:spMkLst>
            <pc:docMk/>
            <pc:sldMk cId="3555151531" sldId="305"/>
            <ac:spMk id="2" creationId="{0F3AF1B7-5DCB-D5C3-9386-75F5B463B0E3}"/>
          </ac:spMkLst>
        </pc:spChg>
        <pc:spChg chg="del mod">
          <ac:chgData name="Dike Gan" userId="1e31dd42-57c4-40f4-b2a2-244a1677b87d" providerId="ADAL" clId="{9889DAB6-4620-409A-A72F-1E03387EACB0}" dt="2026-01-19T11:09:34.373" v="1682" actId="478"/>
          <ac:spMkLst>
            <pc:docMk/>
            <pc:sldMk cId="3555151531" sldId="305"/>
            <ac:spMk id="3" creationId="{53948E08-BD13-BE78-40B3-E01007E697DF}"/>
          </ac:spMkLst>
        </pc:spChg>
        <pc:spChg chg="add del mod">
          <ac:chgData name="Dike Gan" userId="1e31dd42-57c4-40f4-b2a2-244a1677b87d" providerId="ADAL" clId="{9889DAB6-4620-409A-A72F-1E03387EACB0}" dt="2026-01-19T11:09:41.708" v="1684" actId="478"/>
          <ac:spMkLst>
            <pc:docMk/>
            <pc:sldMk cId="3555151531" sldId="305"/>
            <ac:spMk id="4" creationId="{0BD5BA45-D73C-C5D9-0627-E6B0354BA157}"/>
          </ac:spMkLst>
        </pc:spChg>
        <pc:graphicFrameChg chg="add mod modGraphic">
          <ac:chgData name="Dike Gan" userId="1e31dd42-57c4-40f4-b2a2-244a1677b87d" providerId="ADAL" clId="{9889DAB6-4620-409A-A72F-1E03387EACB0}" dt="2026-01-19T11:45:40.115" v="1751" actId="14734"/>
          <ac:graphicFrameMkLst>
            <pc:docMk/>
            <pc:sldMk cId="3555151531" sldId="305"/>
            <ac:graphicFrameMk id="5" creationId="{DE5B721B-E396-18F2-43E1-38F2B5576EF4}"/>
          </ac:graphicFrameMkLst>
        </pc:graphicFrameChg>
      </pc:sldChg>
      <pc:sldChg chg="addSp delSp modSp new">
        <pc:chgData name="Dike Gan" userId="1e31dd42-57c4-40f4-b2a2-244a1677b87d" providerId="ADAL" clId="{9889DAB6-4620-409A-A72F-1E03387EACB0}" dt="2026-01-19T11:07:51.040" v="1680"/>
        <pc:sldMkLst>
          <pc:docMk/>
          <pc:sldMk cId="2516757339" sldId="306"/>
        </pc:sldMkLst>
        <pc:spChg chg="add del">
          <ac:chgData name="Dike Gan" userId="1e31dd42-57c4-40f4-b2a2-244a1677b87d" providerId="ADAL" clId="{9889DAB6-4620-409A-A72F-1E03387EACB0}" dt="2026-01-19T11:07:51.040" v="1680"/>
          <ac:spMkLst>
            <pc:docMk/>
            <pc:sldMk cId="2516757339" sldId="306"/>
            <ac:spMk id="3" creationId="{9D997AC0-8F35-C6C2-240C-E83E7F4E3860}"/>
          </ac:spMkLst>
        </pc:spChg>
        <pc:graphicFrameChg chg="add mod">
          <ac:chgData name="Dike Gan" userId="1e31dd42-57c4-40f4-b2a2-244a1677b87d" providerId="ADAL" clId="{9889DAB6-4620-409A-A72F-1E03387EACB0}" dt="2026-01-19T11:07:51.040" v="1680"/>
          <ac:graphicFrameMkLst>
            <pc:docMk/>
            <pc:sldMk cId="2516757339" sldId="306"/>
            <ac:graphicFrameMk id="4" creationId="{2D729B08-8622-98DE-F469-5E0A713D6A6F}"/>
          </ac:graphicFrameMkLst>
        </pc:graphicFrameChg>
      </pc:sldChg>
      <pc:sldChg chg="addSp modSp add mod addAnim delAnim modAnim">
        <pc:chgData name="Dike Gan" userId="1e31dd42-57c4-40f4-b2a2-244a1677b87d" providerId="ADAL" clId="{9889DAB6-4620-409A-A72F-1E03387EACB0}" dt="2026-01-19T11:33:30.978" v="1750"/>
        <pc:sldMkLst>
          <pc:docMk/>
          <pc:sldMk cId="817367323" sldId="307"/>
        </pc:sldMkLst>
        <pc:spChg chg="add mod ord">
          <ac:chgData name="Dike Gan" userId="1e31dd42-57c4-40f4-b2a2-244a1677b87d" providerId="ADAL" clId="{9889DAB6-4620-409A-A72F-1E03387EACB0}" dt="2026-01-19T11:23:38.010" v="1721" actId="166"/>
          <ac:spMkLst>
            <pc:docMk/>
            <pc:sldMk cId="817367323" sldId="307"/>
            <ac:spMk id="3" creationId="{3BDB873F-93D7-C066-C0A9-E678600FBE7E}"/>
          </ac:spMkLst>
        </pc:spChg>
        <pc:spChg chg="add mod">
          <ac:chgData name="Dike Gan" userId="1e31dd42-57c4-40f4-b2a2-244a1677b87d" providerId="ADAL" clId="{9889DAB6-4620-409A-A72F-1E03387EACB0}" dt="2026-01-19T11:27:29.451" v="1725" actId="1076"/>
          <ac:spMkLst>
            <pc:docMk/>
            <pc:sldMk cId="817367323" sldId="307"/>
            <ac:spMk id="4" creationId="{19D8C26D-B955-9E9D-9295-71858DE3C8BA}"/>
          </ac:spMkLst>
        </pc:spChg>
        <pc:spChg chg="add mod">
          <ac:chgData name="Dike Gan" userId="1e31dd42-57c4-40f4-b2a2-244a1677b87d" providerId="ADAL" clId="{9889DAB6-4620-409A-A72F-1E03387EACB0}" dt="2026-01-19T11:31:40.537" v="1738" actId="1076"/>
          <ac:spMkLst>
            <pc:docMk/>
            <pc:sldMk cId="817367323" sldId="307"/>
            <ac:spMk id="6" creationId="{D2439693-91CB-8456-50CB-1CB22856F187}"/>
          </ac:spMkLst>
        </pc:spChg>
        <pc:spChg chg="add mod">
          <ac:chgData name="Dike Gan" userId="1e31dd42-57c4-40f4-b2a2-244a1677b87d" providerId="ADAL" clId="{9889DAB6-4620-409A-A72F-1E03387EACB0}" dt="2026-01-19T11:31:38.084" v="1737" actId="1076"/>
          <ac:spMkLst>
            <pc:docMk/>
            <pc:sldMk cId="817367323" sldId="307"/>
            <ac:spMk id="7" creationId="{1ABA7001-A3B2-9A60-6301-096329C1A30C}"/>
          </ac:spMkLst>
        </pc:spChg>
        <pc:spChg chg="add mod">
          <ac:chgData name="Dike Gan" userId="1e31dd42-57c4-40f4-b2a2-244a1677b87d" providerId="ADAL" clId="{9889DAB6-4620-409A-A72F-1E03387EACB0}" dt="2026-01-19T11:33:16.589" v="1746" actId="14100"/>
          <ac:spMkLst>
            <pc:docMk/>
            <pc:sldMk cId="817367323" sldId="307"/>
            <ac:spMk id="8" creationId="{BC628FE1-BD03-F736-D8EB-7A13A1206754}"/>
          </ac:spMkLst>
        </pc:spChg>
        <pc:spChg chg="add mod">
          <ac:chgData name="Dike Gan" userId="1e31dd42-57c4-40f4-b2a2-244a1677b87d" providerId="ADAL" clId="{9889DAB6-4620-409A-A72F-1E03387EACB0}" dt="2026-01-19T11:33:19.173" v="1747" actId="14100"/>
          <ac:spMkLst>
            <pc:docMk/>
            <pc:sldMk cId="817367323" sldId="307"/>
            <ac:spMk id="9" creationId="{C206855A-0679-F00E-9C64-ABFC7AC71133}"/>
          </ac:spMkLst>
        </pc:spChg>
      </pc:sldChg>
    </pc:docChg>
  </pc:docChgLst>
  <pc:docChgLst>
    <pc:chgData name="Fatemeh Hajimohammadi" userId="S::fatemeh.hajimohammadi@stud.uni-bamberg.de::579517af-5083-4892-ad68-505db11032d0" providerId="AD" clId="Web-{29736B86-DC18-5875-B4FD-BCB5653E34BC}"/>
    <pc:docChg chg="addSld modSld">
      <pc:chgData name="Fatemeh Hajimohammadi" userId="S::fatemeh.hajimohammadi@stud.uni-bamberg.de::579517af-5083-4892-ad68-505db11032d0" providerId="AD" clId="Web-{29736B86-DC18-5875-B4FD-BCB5653E34BC}" dt="2026-01-15T20:26:39.722" v="20" actId="20577"/>
      <pc:docMkLst>
        <pc:docMk/>
      </pc:docMkLst>
    </pc:docChg>
  </pc:docChgLst>
  <pc:docChgLst>
    <pc:chgData name="Fatemeh Hajimohammadi" userId="579517af-5083-4892-ad68-505db11032d0" providerId="ADAL" clId="{0F4AA0D9-C07A-414B-BE7A-CCBB84BA9B68}"/>
    <pc:docChg chg="undo custSel delSld modSld">
      <pc:chgData name="Fatemeh Hajimohammadi" userId="579517af-5083-4892-ad68-505db11032d0" providerId="ADAL" clId="{0F4AA0D9-C07A-414B-BE7A-CCBB84BA9B68}" dt="2026-01-17T23:13:16.275" v="93" actId="1076"/>
      <pc:docMkLst>
        <pc:docMk/>
      </pc:docMkLst>
      <pc:sldChg chg="modSp mod">
        <pc:chgData name="Fatemeh Hajimohammadi" userId="579517af-5083-4892-ad68-505db11032d0" providerId="ADAL" clId="{0F4AA0D9-C07A-414B-BE7A-CCBB84BA9B68}" dt="2026-01-15T21:43:25.759" v="7" actId="20577"/>
        <pc:sldMkLst>
          <pc:docMk/>
          <pc:sldMk cId="3597046676" sldId="261"/>
        </pc:sldMkLst>
        <pc:spChg chg="mod">
          <ac:chgData name="Fatemeh Hajimohammadi" userId="579517af-5083-4892-ad68-505db11032d0" providerId="ADAL" clId="{0F4AA0D9-C07A-414B-BE7A-CCBB84BA9B68}" dt="2026-01-15T21:43:25.759" v="7" actId="20577"/>
          <ac:spMkLst>
            <pc:docMk/>
            <pc:sldMk cId="3597046676" sldId="261"/>
            <ac:spMk id="7" creationId="{6962A299-2DD8-4A62-5D95-443ED19EFDAC}"/>
          </ac:spMkLst>
        </pc:spChg>
      </pc:sldChg>
      <pc:sldChg chg="modSp mod">
        <pc:chgData name="Fatemeh Hajimohammadi" userId="579517af-5083-4892-ad68-505db11032d0" providerId="ADAL" clId="{0F4AA0D9-C07A-414B-BE7A-CCBB84BA9B68}" dt="2026-01-15T21:38:28.496" v="6" actId="5793"/>
        <pc:sldMkLst>
          <pc:docMk/>
          <pc:sldMk cId="529131665" sldId="293"/>
        </pc:sldMkLst>
        <pc:spChg chg="mod">
          <ac:chgData name="Fatemeh Hajimohammadi" userId="579517af-5083-4892-ad68-505db11032d0" providerId="ADAL" clId="{0F4AA0D9-C07A-414B-BE7A-CCBB84BA9B68}" dt="2026-01-15T21:38:28.496" v="6" actId="5793"/>
          <ac:spMkLst>
            <pc:docMk/>
            <pc:sldMk cId="529131665" sldId="293"/>
            <ac:spMk id="4" creationId="{CB273457-0F41-53D4-FAE9-B9AFAEAE521E}"/>
          </ac:spMkLst>
        </pc:spChg>
      </pc:sldChg>
      <pc:sldChg chg="modSp mod">
        <pc:chgData name="Fatemeh Hajimohammadi" userId="579517af-5083-4892-ad68-505db11032d0" providerId="ADAL" clId="{0F4AA0D9-C07A-414B-BE7A-CCBB84BA9B68}" dt="2026-01-17T23:13:16.275" v="93" actId="1076"/>
        <pc:sldMkLst>
          <pc:docMk/>
          <pc:sldMk cId="1639736018" sldId="299"/>
        </pc:sldMkLst>
        <pc:spChg chg="mod">
          <ac:chgData name="Fatemeh Hajimohammadi" userId="579517af-5083-4892-ad68-505db11032d0" providerId="ADAL" clId="{0F4AA0D9-C07A-414B-BE7A-CCBB84BA9B68}" dt="2026-01-17T23:13:16.275" v="93" actId="1076"/>
          <ac:spMkLst>
            <pc:docMk/>
            <pc:sldMk cId="1639736018" sldId="299"/>
            <ac:spMk id="3" creationId="{D73657A6-794F-3BBD-CC23-C7A641DD0E47}"/>
          </ac:spMkLst>
        </pc:spChg>
        <pc:graphicFrameChg chg="mod">
          <ac:chgData name="Fatemeh Hajimohammadi" userId="579517af-5083-4892-ad68-505db11032d0" providerId="ADAL" clId="{0F4AA0D9-C07A-414B-BE7A-CCBB84BA9B68}" dt="2026-01-17T23:12:45.128" v="90"/>
          <ac:graphicFrameMkLst>
            <pc:docMk/>
            <pc:sldMk cId="1639736018" sldId="299"/>
            <ac:graphicFrameMk id="4" creationId="{CC7ACB94-350F-B997-A35D-9E0A973FD32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E8C64-52F0-4674-8F0E-8CBAE04B6DF4}" type="datetimeFigureOut">
              <a:rPr lang="en-DE" smtClean="0"/>
              <a:t>01/19/2026</a:t>
            </a:fld>
            <a:endParaRPr lang="en-DE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DE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DCD6FA-FA4E-4124-BF69-67DEF5CFCEB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33425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CD6FA-FA4E-4124-BF69-67DEF5CFCEB6}" type="slidenum">
              <a:rPr lang="en-DE" smtClean="0"/>
              <a:t>11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1696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CD6FA-FA4E-4124-BF69-67DEF5CFCEB6}" type="slidenum">
              <a:rPr lang="en-DE" smtClean="0"/>
              <a:t>13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42464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noFill/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66854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>
          <a:xfrm>
            <a:off x="838200" y="1143000"/>
            <a:ext cx="7467600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>
          <a:xfrm>
            <a:off x="838200" y="2590800"/>
            <a:ext cx="7467600" cy="3552844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22221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838200" y="1143000"/>
            <a:ext cx="7467600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6" name="Inhaltsplatzhalter 2"/>
          <p:cNvSpPr>
            <a:spLocks noGrp="1"/>
          </p:cNvSpPr>
          <p:nvPr>
            <p:ph sz="half" idx="1"/>
          </p:nvPr>
        </p:nvSpPr>
        <p:spPr>
          <a:xfrm>
            <a:off x="838200" y="2395550"/>
            <a:ext cx="3657600" cy="37480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Inhaltsplatzhalter 3"/>
          <p:cNvSpPr>
            <a:spLocks noGrp="1"/>
          </p:cNvSpPr>
          <p:nvPr>
            <p:ph sz="half" idx="2"/>
          </p:nvPr>
        </p:nvSpPr>
        <p:spPr>
          <a:xfrm>
            <a:off x="4648200" y="2395550"/>
            <a:ext cx="3657600" cy="3748094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594864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457200" y="1131894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1"/>
          </p:nvPr>
        </p:nvSpPr>
        <p:spPr>
          <a:xfrm>
            <a:off x="457200" y="2392369"/>
            <a:ext cx="4040188" cy="639762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9" name="Inhaltsplatzhalter 3"/>
          <p:cNvSpPr>
            <a:spLocks noGrp="1"/>
          </p:cNvSpPr>
          <p:nvPr>
            <p:ph sz="half" idx="2"/>
          </p:nvPr>
        </p:nvSpPr>
        <p:spPr>
          <a:xfrm>
            <a:off x="457200" y="3032131"/>
            <a:ext cx="4040188" cy="3325827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2392369"/>
            <a:ext cx="4041775" cy="639762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1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3032131"/>
            <a:ext cx="4041775" cy="3325827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451350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299769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7073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457200" y="100491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3575050" y="1000108"/>
            <a:ext cx="5111750" cy="52864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2166961"/>
            <a:ext cx="3008313" cy="411955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99722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>
          <a:xfrm>
            <a:off x="838200" y="2590800"/>
            <a:ext cx="7467600" cy="3552825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65826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6" name="Bildplatzhalter 2"/>
          <p:cNvSpPr>
            <a:spLocks noGrp="1"/>
          </p:cNvSpPr>
          <p:nvPr>
            <p:ph type="pic" idx="1"/>
          </p:nvPr>
        </p:nvSpPr>
        <p:spPr>
          <a:xfrm>
            <a:off x="1792288" y="1142983"/>
            <a:ext cx="5486400" cy="3584591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60511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Grafik 6" descr="ub-cd-ppt-back02-5_grau.gif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Grafik 7" descr="ub-cd-ppt-back02-5.gif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143000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Klicken Sie, um das Titelformat</a:t>
            </a:r>
            <a:br>
              <a:rPr lang="de-DE"/>
            </a:br>
            <a:r>
              <a:rPr lang="de-DE"/>
              <a:t>zu bearbeiten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590800"/>
            <a:ext cx="74676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Klicken Sie, um die Formate des Vorlagentextes zu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Rectangle 23"/>
          <p:cNvSpPr>
            <a:spLocks noChangeArrowheads="1"/>
          </p:cNvSpPr>
          <p:nvPr/>
        </p:nvSpPr>
        <p:spPr bwMode="auto">
          <a:xfrm>
            <a:off x="7924800" y="6557963"/>
            <a:ext cx="1066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de-DE" sz="900">
                <a:solidFill>
                  <a:srgbClr val="00407A"/>
                </a:solidFill>
                <a:latin typeface="Arial" charset="0"/>
                <a:cs typeface="+mn-cs"/>
              </a:rPr>
              <a:t>S. </a:t>
            </a:r>
            <a:fld id="{2360F2B3-46C7-490E-BF4F-3D0D5024CC12}" type="slidenum">
              <a:rPr lang="de-DE" sz="900">
                <a:solidFill>
                  <a:srgbClr val="00407A"/>
                </a:solidFill>
                <a:latin typeface="Arial" charset="0"/>
                <a:cs typeface="+mn-cs"/>
              </a:rPr>
              <a:pPr algn="r">
                <a:defRPr/>
              </a:pPr>
              <a:t>‹#›</a:t>
            </a:fld>
            <a:endParaRPr lang="de-DE" sz="900">
              <a:solidFill>
                <a:srgbClr val="00407A"/>
              </a:solidFill>
              <a:latin typeface="Arial" charset="0"/>
              <a:cs typeface="+mn-cs"/>
            </a:endParaRPr>
          </a:p>
        </p:txBody>
      </p:sp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152400" y="6557963"/>
            <a:ext cx="7543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de-DE" sz="900" err="1">
                <a:solidFill>
                  <a:srgbClr val="00407A"/>
                </a:solidFill>
                <a:latin typeface="Arial" charset="0"/>
                <a:cs typeface="+mn-cs"/>
              </a:rPr>
              <a:t>xAI</a:t>
            </a:r>
            <a:r>
              <a:rPr lang="de-DE" sz="900">
                <a:solidFill>
                  <a:srgbClr val="00407A"/>
                </a:solidFill>
                <a:latin typeface="Arial" charset="0"/>
                <a:cs typeface="+mn-cs"/>
              </a:rPr>
              <a:t>-</a:t>
            </a:r>
            <a:r>
              <a:rPr lang="de-DE" sz="900" err="1">
                <a:solidFill>
                  <a:srgbClr val="00407A"/>
                </a:solidFill>
                <a:latin typeface="Arial" charset="0"/>
                <a:cs typeface="+mn-cs"/>
              </a:rPr>
              <a:t>Proj</a:t>
            </a:r>
            <a:r>
              <a:rPr lang="de-DE" sz="900">
                <a:solidFill>
                  <a:srgbClr val="00407A"/>
                </a:solidFill>
                <a:latin typeface="Arial" charset="0"/>
                <a:cs typeface="+mn-cs"/>
              </a:rPr>
              <a:t>-B | Fatemeh </a:t>
            </a:r>
            <a:r>
              <a:rPr lang="de-DE" sz="900" err="1">
                <a:solidFill>
                  <a:srgbClr val="00407A"/>
                </a:solidFill>
                <a:latin typeface="Arial" charset="0"/>
                <a:cs typeface="+mn-cs"/>
              </a:rPr>
              <a:t>Hajimohammadi</a:t>
            </a:r>
            <a:r>
              <a:rPr lang="en-US" sz="900">
                <a:solidFill>
                  <a:srgbClr val="00407A"/>
                </a:solidFill>
                <a:latin typeface="Arial" charset="0"/>
                <a:cs typeface="+mn-cs"/>
              </a:rPr>
              <a:t>,</a:t>
            </a:r>
            <a:r>
              <a:rPr lang="zh-CN" altLang="en-US" sz="900">
                <a:solidFill>
                  <a:srgbClr val="00407A"/>
                </a:solidFill>
                <a:latin typeface="Arial" charset="0"/>
                <a:cs typeface="+mn-cs"/>
              </a:rPr>
              <a:t> </a:t>
            </a:r>
            <a:r>
              <a:rPr lang="en-US" altLang="zh-CN" sz="900">
                <a:solidFill>
                  <a:srgbClr val="00407A"/>
                </a:solidFill>
                <a:latin typeface="Arial" charset="0"/>
                <a:cs typeface="+mn-cs"/>
              </a:rPr>
              <a:t>Ruiqi Sun, Dike Gan</a:t>
            </a:r>
            <a:r>
              <a:rPr lang="de-DE" sz="900">
                <a:solidFill>
                  <a:srgbClr val="00407A"/>
                </a:solidFill>
                <a:latin typeface="Arial" charset="0"/>
                <a:cs typeface="+mn-cs"/>
              </a:rPr>
              <a:t> | Lehrstuhl für Erklärbares Maschinelles Lernen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407A"/>
          </a:solidFill>
          <a:latin typeface="Arial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407A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407A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407A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00407A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407A"/>
          </a:solidFill>
          <a:latin typeface="UB Scal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407A"/>
          </a:solidFill>
          <a:latin typeface="UB Scal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407A"/>
          </a:solidFill>
          <a:latin typeface="UB Scal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407A"/>
          </a:solidFill>
          <a:latin typeface="UB Scala" pitchFamily="2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>
          <a:solidFill>
            <a:schemeClr val="tx1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+"/>
        <a:defRPr sz="1600">
          <a:solidFill>
            <a:schemeClr val="tx1"/>
          </a:solidFill>
          <a:latin typeface="Arial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Grafik 4" descr="ub-cd-ppt-back02-5-g_grau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Grafik 4" descr="ub-cd-ppt-back02-1-2.gif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95600" y="3429000"/>
            <a:ext cx="5924872" cy="1143000"/>
          </a:xfrm>
        </p:spPr>
        <p:txBody>
          <a:bodyPr/>
          <a:lstStyle/>
          <a:p>
            <a:r>
              <a:rPr lang="en-US"/>
              <a:t>From Accuracy to Explainability:</a:t>
            </a:r>
            <a:br>
              <a:rPr lang="en-US"/>
            </a:br>
            <a:r>
              <a:rPr lang="en-US"/>
              <a:t>Understanding CNN Errors with </a:t>
            </a:r>
            <a:r>
              <a:rPr lang="en-US" err="1"/>
              <a:t>xAI</a:t>
            </a:r>
            <a:endParaRPr lang="de-DE">
              <a:cs typeface="Arial" charset="0"/>
            </a:endParaRP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95600" y="4643438"/>
            <a:ext cx="5748338" cy="428625"/>
          </a:xfrm>
        </p:spPr>
        <p:txBody>
          <a:bodyPr anchor="ctr"/>
          <a:lstStyle/>
          <a:p>
            <a:pPr algn="l" eaLnBrk="1" hangingPunct="1"/>
            <a:r>
              <a:rPr lang="de-DE" sz="1400" err="1">
                <a:solidFill>
                  <a:srgbClr val="00407A"/>
                </a:solidFill>
                <a:cs typeface="Arial" charset="0"/>
              </a:rPr>
              <a:t>xAI</a:t>
            </a:r>
            <a:r>
              <a:rPr lang="de-DE" sz="1400">
                <a:solidFill>
                  <a:srgbClr val="00407A"/>
                </a:solidFill>
                <a:cs typeface="Arial" charset="0"/>
              </a:rPr>
              <a:t>-</a:t>
            </a:r>
            <a:r>
              <a:rPr lang="de-DE" sz="1400" err="1">
                <a:solidFill>
                  <a:srgbClr val="00407A"/>
                </a:solidFill>
                <a:cs typeface="Arial" charset="0"/>
              </a:rPr>
              <a:t>Proj</a:t>
            </a:r>
            <a:r>
              <a:rPr lang="de-DE" sz="1400">
                <a:solidFill>
                  <a:srgbClr val="00407A"/>
                </a:solidFill>
                <a:cs typeface="Arial" charset="0"/>
              </a:rPr>
              <a:t>-B Course Project – CNN-</a:t>
            </a:r>
            <a:r>
              <a:rPr lang="de-DE" sz="1400" err="1">
                <a:solidFill>
                  <a:srgbClr val="00407A"/>
                </a:solidFill>
                <a:cs typeface="Arial" charset="0"/>
              </a:rPr>
              <a:t>based</a:t>
            </a:r>
            <a:r>
              <a:rPr lang="de-DE" sz="1400">
                <a:solidFill>
                  <a:srgbClr val="00407A"/>
                </a:solidFill>
                <a:cs typeface="Arial" charset="0"/>
              </a:rPr>
              <a:t> Image Classification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9F979-1DCC-78A0-070D-A2DFCF1BB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Presentation Outline</a:t>
            </a:r>
            <a:endParaRPr lang="en-US">
              <a:latin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9B04F-2C03-C13C-709F-C7E4098E9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>
                <a:latin typeface="Arial"/>
                <a:cs typeface="Arial"/>
              </a:rPr>
              <a:t>1. Baseline Model Construction</a:t>
            </a:r>
            <a:endParaRPr lang="en-US">
              <a:cs typeface="Arial" charset="0"/>
            </a:endParaRPr>
          </a:p>
          <a:p>
            <a:pPr lvl="1">
              <a:buFont typeface="Courier New"/>
              <a:buChar char="o"/>
            </a:pPr>
            <a:r>
              <a:rPr lang="en-US">
                <a:latin typeface="Arial"/>
                <a:cs typeface="Arial"/>
              </a:rPr>
              <a:t>Motivation and experimental design</a:t>
            </a:r>
            <a:endParaRPr lang="en-US">
              <a:cs typeface="Arial" charset="0"/>
            </a:endParaRPr>
          </a:p>
          <a:p>
            <a:pPr lvl="1">
              <a:buFont typeface="Courier New"/>
              <a:buChar char="o"/>
            </a:pPr>
            <a:r>
              <a:rPr lang="en-US">
                <a:latin typeface="Arial"/>
                <a:cs typeface="Arial"/>
              </a:rPr>
              <a:t>Four-model comparison under controlled factors</a:t>
            </a:r>
            <a:endParaRPr lang="en-US">
              <a:cs typeface="Arial" charset="0"/>
            </a:endParaRPr>
          </a:p>
          <a:p>
            <a:pPr lvl="1">
              <a:buFont typeface="Courier New"/>
              <a:buChar char="o"/>
            </a:pPr>
            <a:r>
              <a:rPr lang="en-US">
                <a:latin typeface="Arial"/>
                <a:cs typeface="Arial"/>
              </a:rPr>
              <a:t>Performance results and limitations</a:t>
            </a:r>
            <a:endParaRPr lang="en-US">
              <a:cs typeface="Arial" charset="0"/>
            </a:endParaRPr>
          </a:p>
          <a:p>
            <a:pPr>
              <a:buNone/>
            </a:pPr>
            <a:r>
              <a:rPr lang="en-US" b="1">
                <a:latin typeface="Arial"/>
                <a:cs typeface="Arial"/>
              </a:rPr>
              <a:t>2. Explainability-Driven Analysis</a:t>
            </a:r>
            <a:endParaRPr lang="en-US">
              <a:cs typeface="Arial" charset="0"/>
            </a:endParaRPr>
          </a:p>
          <a:p>
            <a:pPr lvl="1">
              <a:buFont typeface="Courier New"/>
              <a:buChar char="o"/>
            </a:pPr>
            <a:r>
              <a:rPr lang="en-US">
                <a:latin typeface="Arial"/>
                <a:cs typeface="Arial"/>
              </a:rPr>
              <a:t>Difficulty-based sample categorization</a:t>
            </a:r>
            <a:endParaRPr lang="en-US">
              <a:cs typeface="Arial" charset="0"/>
            </a:endParaRPr>
          </a:p>
          <a:p>
            <a:pPr lvl="1">
              <a:buFont typeface="Courier New"/>
              <a:buChar char="o"/>
            </a:pPr>
            <a:r>
              <a:rPr lang="en-US">
                <a:latin typeface="Arial"/>
                <a:cs typeface="Arial"/>
              </a:rPr>
              <a:t>Analysis of high-confidence wrong predictions</a:t>
            </a:r>
            <a:endParaRPr lang="en-US">
              <a:cs typeface="Arial" charset="0"/>
            </a:endParaRPr>
          </a:p>
          <a:p>
            <a:pPr lvl="1">
              <a:buFont typeface="Courier New"/>
              <a:buChar char="o"/>
            </a:pPr>
            <a:r>
              <a:rPr lang="en-US">
                <a:latin typeface="Arial"/>
                <a:cs typeface="Arial"/>
              </a:rPr>
              <a:t>Visual explanations and feature-level pattern analysis</a:t>
            </a:r>
            <a:endParaRPr lang="en-US">
              <a:cs typeface="Arial" charset="0"/>
            </a:endParaRPr>
          </a:p>
          <a:p>
            <a:pPr>
              <a:buNone/>
            </a:pPr>
            <a:endParaRPr lang="en-US" b="1">
              <a:cs typeface="Arial"/>
            </a:endParaRPr>
          </a:p>
          <a:p>
            <a:pPr marL="0" indent="0">
              <a:buNone/>
            </a:pPr>
            <a:endParaRPr lang="en-US">
              <a:cs typeface="Arial"/>
            </a:endParaRPr>
          </a:p>
          <a:p>
            <a:pPr>
              <a:buFont typeface="Arial"/>
              <a:buChar char="•"/>
            </a:pP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958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5592B-27B0-0345-A8D0-A0F4CF3DE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黑体"/>
                <a:cs typeface="Arial"/>
              </a:rPr>
              <a:t>CNN Model Setup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2169B2-4B21-32FB-C877-F20F87022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b="1">
                <a:latin typeface="Arial"/>
                <a:ea typeface="黑体"/>
                <a:cs typeface="Arial"/>
              </a:rPr>
              <a:t>Backbone architecture:</a:t>
            </a:r>
            <a:r>
              <a:rPr lang="zh-CN" sz="1800">
                <a:latin typeface="Arial"/>
                <a:ea typeface="黑体"/>
                <a:cs typeface="Arial"/>
              </a:rPr>
              <a:t> </a:t>
            </a:r>
            <a:r>
              <a:rPr lang="zh-CN" sz="2000">
                <a:latin typeface="Arial"/>
                <a:ea typeface="黑体"/>
                <a:cs typeface="Arial"/>
              </a:rPr>
              <a:t>ResNet-18</a:t>
            </a:r>
            <a:endParaRPr lang="zh-CN" altLang="en-US" sz="2000">
              <a:latin typeface="Arial"/>
              <a:ea typeface="黑体"/>
              <a:cs typeface="Arial"/>
            </a:endParaRPr>
          </a:p>
          <a:p>
            <a:r>
              <a:rPr lang="zh-CN" b="1">
                <a:latin typeface="Arial"/>
                <a:ea typeface="黑体"/>
                <a:cs typeface="Arial"/>
              </a:rPr>
              <a:t>Task adaptation:</a:t>
            </a:r>
            <a:br>
              <a:rPr lang="zh-CN" sz="1800" b="1">
                <a:cs typeface="Arial"/>
              </a:rPr>
            </a:br>
            <a:r>
              <a:rPr lang="zh-CN" sz="2000">
                <a:latin typeface="Arial"/>
                <a:ea typeface="黑体"/>
                <a:cs typeface="Arial"/>
              </a:rPr>
              <a:t>Original classification layer replaced with a 10-class classifier</a:t>
            </a:r>
            <a:br>
              <a:rPr lang="zh-CN" sz="2000">
                <a:cs typeface="Arial"/>
              </a:rPr>
            </a:br>
            <a:r>
              <a:rPr lang="zh-CN" sz="2000">
                <a:latin typeface="Arial"/>
                <a:ea typeface="黑体"/>
                <a:cs typeface="Arial"/>
              </a:rPr>
              <a:t>(household object classification)</a:t>
            </a:r>
          </a:p>
          <a:p>
            <a:r>
              <a:rPr lang="zh-CN" b="1">
                <a:latin typeface="Arial"/>
                <a:ea typeface="黑体"/>
                <a:cs typeface="Arial"/>
              </a:rPr>
              <a:t>Key design principle:</a:t>
            </a:r>
            <a:br>
              <a:rPr lang="zh-CN" b="1">
                <a:cs typeface="Arial"/>
              </a:rPr>
            </a:br>
            <a:r>
              <a:rPr lang="zh-CN" sz="2000">
                <a:latin typeface="Arial"/>
                <a:ea typeface="黑体"/>
                <a:cs typeface="Arial"/>
              </a:rPr>
              <a:t>Same architecture across all models</a:t>
            </a:r>
            <a:br>
              <a:rPr lang="zh-CN" sz="2000">
                <a:cs typeface="Arial"/>
              </a:rPr>
            </a:br>
            <a:r>
              <a:rPr lang="zh-CN" sz="2000">
                <a:latin typeface="Arial"/>
                <a:ea typeface="黑体"/>
                <a:cs typeface="Arial"/>
              </a:rPr>
              <a:t>→ only pretraining source and training strategy vary</a:t>
            </a:r>
          </a:p>
          <a:p>
            <a:endParaRPr lang="zh-CN" altLang="en-US" sz="2000">
              <a:ea typeface="黑体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6008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0366B-CEB1-F483-486C-138DB171B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000"/>
            <a:ext cx="7970520" cy="1143000"/>
          </a:xfrm>
        </p:spPr>
        <p:txBody>
          <a:bodyPr/>
          <a:lstStyle/>
          <a:p>
            <a:r>
              <a:rPr lang="en-US" sz="2400">
                <a:latin typeface="Arial"/>
                <a:ea typeface="黑体"/>
                <a:cs typeface="Arial"/>
              </a:rPr>
              <a:t>Dataset Overview: ImageNet Subset (10 Household Object Classes)</a:t>
            </a:r>
            <a:endParaRPr lang="en-DE" sz="24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3657A6-794F-3BBD-CC23-C7A641DD0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5093" y="2653396"/>
            <a:ext cx="3733800" cy="3552844"/>
          </a:xfrm>
        </p:spPr>
        <p:txBody>
          <a:bodyPr/>
          <a:lstStyle/>
          <a:p>
            <a:pPr marL="0" indent="0">
              <a:buNone/>
            </a:pPr>
            <a:r>
              <a:rPr lang="en-US" sz="1600" b="1"/>
              <a:t>Preprocessing &amp; Transformations</a:t>
            </a:r>
          </a:p>
          <a:p>
            <a:pPr lvl="1"/>
            <a:r>
              <a:rPr lang="en-US" sz="1400"/>
              <a:t>Images resized and normalized for CNN input</a:t>
            </a:r>
          </a:p>
          <a:p>
            <a:pPr lvl="1"/>
            <a:r>
              <a:rPr lang="en-US" sz="1400"/>
              <a:t>Random data augmentation applied during training only</a:t>
            </a:r>
          </a:p>
          <a:p>
            <a:pPr lvl="1"/>
            <a:r>
              <a:rPr lang="en-US" sz="1400"/>
              <a:t>Deterministic preprocessing for validation and test</a:t>
            </a:r>
          </a:p>
          <a:p>
            <a:pPr marL="0" indent="0">
              <a:buNone/>
            </a:pPr>
            <a:r>
              <a:rPr lang="en-US" sz="1600" b="1"/>
              <a:t>Dataset Usage</a:t>
            </a:r>
          </a:p>
          <a:p>
            <a:pPr lvl="1"/>
            <a:r>
              <a:rPr lang="en-US" sz="1400"/>
              <a:t>Training set: parameter learning</a:t>
            </a:r>
          </a:p>
          <a:p>
            <a:pPr lvl="1"/>
            <a:r>
              <a:rPr lang="en-US" sz="1400"/>
              <a:t>Validation set: model selection</a:t>
            </a:r>
          </a:p>
          <a:p>
            <a:pPr lvl="1"/>
            <a:r>
              <a:rPr lang="en-US" sz="1400"/>
              <a:t>Test set: final performance evaluation (no tuning)</a:t>
            </a:r>
          </a:p>
          <a:p>
            <a:pPr marL="0" indent="0">
              <a:buNone/>
            </a:pPr>
            <a:endParaRPr lang="en-US" sz="1600"/>
          </a:p>
        </p:txBody>
      </p:sp>
      <p:graphicFrame>
        <p:nvGraphicFramePr>
          <p:cNvPr id="4" name="Tabelle 6">
            <a:extLst>
              <a:ext uri="{FF2B5EF4-FFF2-40B4-BE49-F238E27FC236}">
                <a16:creationId xmlns:a16="http://schemas.microsoft.com/office/drawing/2014/main" id="{CC7ACB94-350F-B997-A35D-9E0A973FD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221547"/>
              </p:ext>
            </p:extLst>
          </p:nvPr>
        </p:nvGraphicFramePr>
        <p:xfrm>
          <a:off x="838200" y="2474976"/>
          <a:ext cx="3130296" cy="3379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352">
                  <a:extLst>
                    <a:ext uri="{9D8B030D-6E8A-4147-A177-3AD203B41FA5}">
                      <a16:colId xmlns:a16="http://schemas.microsoft.com/office/drawing/2014/main" val="827366576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421038788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678168615"/>
                    </a:ext>
                  </a:extLst>
                </a:gridCol>
              </a:tblGrid>
              <a:tr h="637987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Split</a:t>
                      </a:r>
                      <a:endParaRPr lang="de-DE" sz="12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Samples</a:t>
                      </a:r>
                      <a:endParaRPr lang="de-DE" sz="12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Samples/</a:t>
                      </a:r>
                      <a:br>
                        <a:rPr lang="de-DE" sz="12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US" altLang="zh-CN" sz="12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Class</a:t>
                      </a:r>
                      <a:endParaRPr lang="de-DE" sz="12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1617261"/>
                  </a:ext>
                </a:extLst>
              </a:tr>
              <a:tr h="653547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13000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1,300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8646681"/>
                  </a:ext>
                </a:extLst>
              </a:tr>
              <a:tr h="68466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0343572"/>
                  </a:ext>
                </a:extLst>
              </a:tr>
              <a:tr h="642644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4409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b="0" i="0" u="none" strike="noStrike" noProof="0" err="1">
                          <a:solidFill>
                            <a:srgbClr val="000000"/>
                          </a:solidFill>
                          <a:latin typeface="+mn-lt"/>
                        </a:rPr>
                        <a:t>unbalanced</a:t>
                      </a:r>
                      <a:r>
                        <a:rPr lang="de-DE" sz="1200" b="0" i="0" u="none" strike="noStrike" noProof="0">
                          <a:solidFill>
                            <a:srgbClr val="000000"/>
                          </a:solidFill>
                          <a:latin typeface="+mn-lt"/>
                        </a:rPr>
                        <a:t> (≈427–466)</a:t>
                      </a:r>
                      <a:endParaRPr lang="de-DE" sz="12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366091"/>
                  </a:ext>
                </a:extLst>
              </a:tr>
              <a:tr h="760285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b="1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Total</a:t>
                      </a:r>
                      <a:endParaRPr lang="de-DE" sz="12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DE" sz="18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17,909</a:t>
                      </a:r>
                      <a:endParaRPr lang="de-DE" sz="12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2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1789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736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A0980-A849-68B2-F096-1E70ADCA0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Arial"/>
                <a:cs typeface="Arial"/>
              </a:rPr>
              <a:t>Stage 1: Baseline Model Construction. </a:t>
            </a:r>
            <a:endParaRPr lang="de-DE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AD77E-7DAE-7ECC-826A-513B6B3AF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>
                <a:latin typeface="Arial"/>
                <a:cs typeface="Arial"/>
              </a:rPr>
              <a:t>Research Question (Stage 1):</a:t>
            </a:r>
            <a:endParaRPr lang="en-US">
              <a:latin typeface="Arial"/>
              <a:cs typeface="Arial" charset="0"/>
            </a:endParaRPr>
          </a:p>
          <a:p>
            <a:pPr lvl="1">
              <a:buFont typeface="Arial"/>
              <a:buChar char="•"/>
            </a:pPr>
            <a:r>
              <a:rPr lang="en-US" i="1">
                <a:latin typeface="Arial"/>
                <a:cs typeface="Arial"/>
              </a:rPr>
              <a:t>How do different pretraining sources and training strategies affect CNN performance on a household object classification task?</a:t>
            </a:r>
            <a:endParaRPr lang="en-US">
              <a:latin typeface="Arial"/>
              <a:cs typeface="Arial" charset="0"/>
            </a:endParaRPr>
          </a:p>
          <a:p>
            <a:pPr marL="0" indent="0">
              <a:buNone/>
            </a:pPr>
            <a:r>
              <a:rPr lang="en-US" b="1">
                <a:latin typeface="Arial"/>
                <a:cs typeface="Arial"/>
              </a:rPr>
              <a:t>Controlled Factors</a:t>
            </a:r>
            <a:endParaRPr lang="en-US">
              <a:latin typeface="Arial"/>
              <a:cs typeface="Arial"/>
            </a:endParaRPr>
          </a:p>
          <a:p>
            <a:pPr lvl="1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Pretraining source</a:t>
            </a:r>
            <a:endParaRPr lang="en-US"/>
          </a:p>
          <a:p>
            <a:pPr lvl="1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Training strategy</a:t>
            </a:r>
            <a:endParaRPr lang="en-US"/>
          </a:p>
          <a:p>
            <a:pPr marL="914400" lvl="2" indent="0">
              <a:buNone/>
            </a:pPr>
            <a:endParaRPr lang="en-US" sz="1600">
              <a:cs typeface="Arial"/>
            </a:endParaRPr>
          </a:p>
          <a:p>
            <a:pPr>
              <a:buFont typeface="Arial"/>
            </a:pPr>
            <a:endParaRPr lang="en-US">
              <a:cs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9BE076-3ED9-833B-5E9D-7DCA07266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907104"/>
              </p:ext>
            </p:extLst>
          </p:nvPr>
        </p:nvGraphicFramePr>
        <p:xfrm>
          <a:off x="3935213" y="4007281"/>
          <a:ext cx="4531759" cy="1304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771">
                  <a:extLst>
                    <a:ext uri="{9D8B030D-6E8A-4147-A177-3AD203B41FA5}">
                      <a16:colId xmlns:a16="http://schemas.microsoft.com/office/drawing/2014/main" val="1478122913"/>
                    </a:ext>
                  </a:extLst>
                </a:gridCol>
                <a:gridCol w="1640908">
                  <a:extLst>
                    <a:ext uri="{9D8B030D-6E8A-4147-A177-3AD203B41FA5}">
                      <a16:colId xmlns:a16="http://schemas.microsoft.com/office/drawing/2014/main" val="877844075"/>
                    </a:ext>
                  </a:extLst>
                </a:gridCol>
                <a:gridCol w="1568080">
                  <a:extLst>
                    <a:ext uri="{9D8B030D-6E8A-4147-A177-3AD203B41FA5}">
                      <a16:colId xmlns:a16="http://schemas.microsoft.com/office/drawing/2014/main" val="3932245921"/>
                    </a:ext>
                  </a:extLst>
                </a:gridCol>
              </a:tblGrid>
              <a:tr h="558331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/>
                        <a:t> </a:t>
                      </a:r>
                      <a:r>
                        <a:rPr lang="en-GB" sz="1400">
                          <a:solidFill>
                            <a:schemeClr val="tx1"/>
                          </a:solidFill>
                        </a:rPr>
                        <a:t>Frozen backbone</a:t>
                      </a:r>
                      <a:endParaRPr lang="en-DE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>
                          <a:solidFill>
                            <a:schemeClr val="tx1"/>
                          </a:solidFill>
                        </a:rPr>
                        <a:t>Fine-tuning</a:t>
                      </a:r>
                      <a:endParaRPr lang="en-DE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81889"/>
                  </a:ext>
                </a:extLst>
              </a:tr>
              <a:tr h="380597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ImageNet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Model IN-LP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 Model IN-FT</a:t>
                      </a:r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529146"/>
                  </a:ext>
                </a:extLst>
              </a:tr>
              <a:tr h="362473"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Flowers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 Model FL-LP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/>
                        <a:t> Model FL-FT</a:t>
                      </a:r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569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378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583E3-19BF-9C58-3305-35FFB823F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Baseline Results: Accuracy Comparison</a:t>
            </a:r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5EA3584-A798-FD3C-5364-088DD00D55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1943567"/>
              </p:ext>
            </p:extLst>
          </p:nvPr>
        </p:nvGraphicFramePr>
        <p:xfrm>
          <a:off x="1427860" y="4572001"/>
          <a:ext cx="628565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193">
                  <a:extLst>
                    <a:ext uri="{9D8B030D-6E8A-4147-A177-3AD203B41FA5}">
                      <a16:colId xmlns:a16="http://schemas.microsoft.com/office/drawing/2014/main" val="1326215972"/>
                    </a:ext>
                  </a:extLst>
                </a:gridCol>
                <a:gridCol w="2241614">
                  <a:extLst>
                    <a:ext uri="{9D8B030D-6E8A-4147-A177-3AD203B41FA5}">
                      <a16:colId xmlns:a16="http://schemas.microsoft.com/office/drawing/2014/main" val="443164680"/>
                    </a:ext>
                  </a:extLst>
                </a:gridCol>
                <a:gridCol w="2463845">
                  <a:extLst>
                    <a:ext uri="{9D8B030D-6E8A-4147-A177-3AD203B41FA5}">
                      <a16:colId xmlns:a16="http://schemas.microsoft.com/office/drawing/2014/main" val="1159416454"/>
                    </a:ext>
                  </a:extLst>
                </a:gridCol>
              </a:tblGrid>
              <a:tr h="35351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</a:rPr>
                        <a:t>Validation accuracy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</a:rPr>
                        <a:t>Test accuracy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594519"/>
                  </a:ext>
                </a:extLst>
              </a:tr>
              <a:tr h="3535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Model IN-LP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</a:rPr>
                        <a:t>0.836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  <a:latin typeface="Arial"/>
                        </a:rPr>
                        <a:t>0.418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916584"/>
                  </a:ext>
                </a:extLst>
              </a:tr>
              <a:tr h="3535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Model </a:t>
                      </a: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IN-FT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</a:rPr>
                        <a:t>0.850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  <a:latin typeface="Arial"/>
                        </a:rPr>
                        <a:t>0.438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307380"/>
                  </a:ext>
                </a:extLst>
              </a:tr>
              <a:tr h="3535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Model </a:t>
                      </a:r>
                      <a:r>
                        <a:rPr kumimoji="0" lang="en-GB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FL-LP</a:t>
                      </a: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highlight>
                            <a:srgbClr val="EAECF1"/>
                          </a:highlight>
                          <a:latin typeface="Arial"/>
                        </a:rPr>
                        <a:t> 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</a:rPr>
                        <a:t>0.818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  <a:latin typeface="Arial"/>
                        </a:rPr>
                        <a:t>0.422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566458"/>
                  </a:ext>
                </a:extLst>
              </a:tr>
              <a:tr h="3535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Model FL-FT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</a:rPr>
                        <a:t>0.838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  <a:latin typeface="Arial"/>
                        </a:rPr>
                        <a:t>0.424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497433"/>
                  </a:ext>
                </a:extLst>
              </a:tr>
            </a:tbl>
          </a:graphicData>
        </a:graphic>
      </p:graphicFrame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B273457-0F41-53D4-FAE9-B9AFAEAE521E}"/>
              </a:ext>
            </a:extLst>
          </p:cNvPr>
          <p:cNvSpPr txBox="1">
            <a:spLocks/>
          </p:cNvSpPr>
          <p:nvPr/>
        </p:nvSpPr>
        <p:spPr bwMode="auto">
          <a:xfrm>
            <a:off x="840828" y="2450788"/>
            <a:ext cx="7916596" cy="326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+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800"/>
              <a:t>Compare </a:t>
            </a:r>
            <a:r>
              <a:rPr lang="en-US" sz="1800" b="1"/>
              <a:t>IN-LP → IN-FT (</a:t>
            </a:r>
            <a:r>
              <a:rPr lang="en-DE" sz="1800"/>
              <a:t>▲ </a:t>
            </a:r>
            <a:r>
              <a:rPr lang="en-US" sz="1800" b="1"/>
              <a:t>0.014)</a:t>
            </a:r>
            <a:r>
              <a:rPr lang="en-US" sz="1800"/>
              <a:t> and </a:t>
            </a:r>
            <a:br>
              <a:rPr lang="en-US" sz="1800"/>
            </a:br>
            <a:r>
              <a:rPr lang="en-US" sz="1800" b="1"/>
              <a:t>FL-LP → FL-FT (</a:t>
            </a:r>
            <a:r>
              <a:rPr lang="en-DE" sz="1800"/>
              <a:t>▲ </a:t>
            </a:r>
            <a:r>
              <a:rPr lang="en-US" sz="1800" b="1"/>
              <a:t>0.02)</a:t>
            </a:r>
            <a:r>
              <a:rPr lang="en-US" sz="1800"/>
              <a:t> to assess the effect of fine-tuning.</a:t>
            </a:r>
          </a:p>
          <a:p>
            <a:pPr marL="0" indent="0">
              <a:buNone/>
            </a:pPr>
            <a:endParaRPr lang="en-US" sz="1800"/>
          </a:p>
          <a:p>
            <a:r>
              <a:rPr lang="en-US" sz="1800"/>
              <a:t>Compare </a:t>
            </a:r>
            <a:r>
              <a:rPr lang="en-US" sz="1800" b="1"/>
              <a:t>IN-LP (</a:t>
            </a:r>
            <a:r>
              <a:rPr lang="en-DE" sz="1800"/>
              <a:t>▲ </a:t>
            </a:r>
            <a:r>
              <a:rPr lang="en-US" sz="1800" b="1"/>
              <a:t>0.018) → FL-LP </a:t>
            </a:r>
            <a:r>
              <a:rPr lang="en-US" sz="1800"/>
              <a:t>and </a:t>
            </a:r>
            <a:br>
              <a:rPr lang="en-US" sz="1800"/>
            </a:br>
            <a:r>
              <a:rPr lang="en-US" sz="1800" b="1"/>
              <a:t>IN-FT(</a:t>
            </a:r>
            <a:r>
              <a:rPr lang="en-DE" sz="1800"/>
              <a:t>▲ </a:t>
            </a:r>
            <a:r>
              <a:rPr lang="en-US" sz="1800" b="1"/>
              <a:t>0.012) → FL-FT </a:t>
            </a:r>
            <a:r>
              <a:rPr lang="en-US" sz="1800"/>
              <a:t>to assess the effect of pretraining source.</a:t>
            </a:r>
          </a:p>
          <a:p>
            <a:pPr marL="0" indent="0" algn="ctr">
              <a:buNone/>
            </a:pPr>
            <a:endParaRPr lang="en-US" b="1" kern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9131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12A359-808B-7F9D-0F37-A8DDB505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Plausible Interpretations of Baseline Results</a:t>
            </a:r>
            <a:endParaRPr lang="en-DE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962A299-2DD8-4A62-5D95-443ED19EFDAC}"/>
              </a:ext>
            </a:extLst>
          </p:cNvPr>
          <p:cNvSpPr txBox="1">
            <a:spLocks noGrp="1"/>
          </p:cNvSpPr>
          <p:nvPr>
            <p:ph idx="1"/>
          </p:nvPr>
        </p:nvSpPr>
        <p:spPr bwMode="auto">
          <a:xfrm>
            <a:off x="838200" y="2268779"/>
            <a:ext cx="7467600" cy="382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+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Arial,Sans-Serif"/>
              <a:buChar char="•"/>
            </a:pPr>
            <a:endParaRPr lang="en-US" sz="2000">
              <a:latin typeface="Arial"/>
              <a:cs typeface="Arial"/>
            </a:endParaRPr>
          </a:p>
          <a:p>
            <a:pPr>
              <a:buFont typeface="Arial,Sans-Serif"/>
              <a:buChar char="•"/>
            </a:pPr>
            <a:r>
              <a:rPr lang="en-US" b="1">
                <a:latin typeface="Arial"/>
                <a:cs typeface="Arial"/>
              </a:rPr>
              <a:t>Fine-tuning</a:t>
            </a:r>
            <a:r>
              <a:rPr lang="en-US" sz="2000" b="1">
                <a:latin typeface="Arial"/>
                <a:cs typeface="Arial"/>
              </a:rPr>
              <a:t>:</a:t>
            </a:r>
            <a:r>
              <a:rPr lang="en-US" sz="2000">
                <a:latin typeface="Arial"/>
                <a:cs typeface="Arial"/>
              </a:rPr>
              <a:t> role of representation adaptation to the target task</a:t>
            </a:r>
            <a:endParaRPr lang="en-US"/>
          </a:p>
          <a:p>
            <a:pPr>
              <a:buFont typeface="Arial,Sans-Serif"/>
            </a:pPr>
            <a:r>
              <a:rPr lang="en-US" b="1">
                <a:latin typeface="Arial"/>
                <a:cs typeface="Arial"/>
              </a:rPr>
              <a:t>ImageNet pre-training:</a:t>
            </a:r>
            <a:r>
              <a:rPr lang="en-US" sz="2000">
                <a:latin typeface="Arial"/>
                <a:cs typeface="Arial"/>
              </a:rPr>
              <a:t> role of feature diversity and transferability</a:t>
            </a:r>
            <a:endParaRPr lang="en-US"/>
          </a:p>
          <a:p>
            <a:pPr>
              <a:buFont typeface="Arial,Sans-Serif"/>
            </a:pPr>
            <a:r>
              <a:rPr lang="en-US" b="1">
                <a:latin typeface="Arial"/>
                <a:cs typeface="Arial"/>
              </a:rPr>
              <a:t>Validation–test gap:</a:t>
            </a:r>
            <a:r>
              <a:rPr lang="en-US" sz="2000">
                <a:latin typeface="Arial"/>
                <a:cs typeface="Arial"/>
              </a:rPr>
              <a:t> motivates explainability-based analysis</a:t>
            </a:r>
            <a:endParaRPr lang="en-US"/>
          </a:p>
          <a:p>
            <a:pPr>
              <a:buFont typeface="Arial"/>
            </a:pPr>
            <a:endParaRPr lang="en-US"/>
          </a:p>
          <a:p>
            <a:pPr>
              <a:buFont typeface="Arial"/>
            </a:pPr>
            <a:endParaRPr lang="en-US" sz="2000">
              <a:cs typeface="Arial"/>
            </a:endParaRPr>
          </a:p>
          <a:p>
            <a:pPr marL="0" indent="0" algn="ctr">
              <a:buNone/>
            </a:pPr>
            <a:endParaRPr lang="en-US" b="1" kern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7046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FFE46-B502-A7AD-3940-62120AFE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From Performance to Explainability</a:t>
            </a:r>
            <a:endParaRPr lang="en-US">
              <a:latin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87679-A491-816C-C148-D99C7E5AA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New questions:</a:t>
            </a:r>
            <a:endParaRPr lang="en-US">
              <a:latin typeface="Arial"/>
              <a:cs typeface="Arial" charset="0"/>
            </a:endParaRPr>
          </a:p>
          <a:p>
            <a:pPr lvl="1">
              <a:buFont typeface="Courier New"/>
              <a:buChar char="o"/>
            </a:pPr>
            <a:r>
              <a:rPr lang="en-US">
                <a:latin typeface="Arial"/>
                <a:cs typeface="Arial"/>
              </a:rPr>
              <a:t>How does the model make wrong decisions?</a:t>
            </a:r>
          </a:p>
          <a:p>
            <a:pPr lvl="1">
              <a:buFont typeface="Courier New"/>
              <a:buChar char="o"/>
            </a:pPr>
            <a:r>
              <a:rPr lang="en-US">
                <a:latin typeface="Arial"/>
                <a:cs typeface="Arial"/>
              </a:rPr>
              <a:t>Can </a:t>
            </a:r>
            <a:r>
              <a:rPr lang="en-US" err="1">
                <a:latin typeface="Arial"/>
                <a:cs typeface="Arial"/>
              </a:rPr>
              <a:t>xAI</a:t>
            </a:r>
            <a:r>
              <a:rPr lang="en-US">
                <a:latin typeface="Arial"/>
                <a:cs typeface="Arial"/>
              </a:rPr>
              <a:t> help us understand these errors?</a:t>
            </a:r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Next: Error analysis &amp; explainable AI methods</a:t>
            </a:r>
            <a:endParaRPr lang="en-US">
              <a:latin typeface="Arial"/>
              <a:cs typeface="Arial" charset="0"/>
            </a:endParaRPr>
          </a:p>
          <a:p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6065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8CD1A7-E17A-DCEF-C640-DF9D71E1F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Sample-Level Analysis?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117520-5479-208A-4DA0-2FC6F068B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Limitation of Aggregate Metrics</a:t>
            </a:r>
            <a:endParaRPr lang="en-US"/>
          </a:p>
          <a:p>
            <a:pPr lvl="1"/>
            <a:r>
              <a:rPr lang="en-US"/>
              <a:t>Accuracy averages over samples</a:t>
            </a:r>
          </a:p>
          <a:p>
            <a:pPr lvl="1"/>
            <a:r>
              <a:rPr lang="en-US"/>
              <a:t>Risky errors are hidden</a:t>
            </a:r>
          </a:p>
          <a:p>
            <a:pPr marL="0" indent="0">
              <a:buNone/>
            </a:pPr>
            <a:r>
              <a:rPr lang="en-US" b="1"/>
              <a:t>Our Idea</a:t>
            </a:r>
            <a:endParaRPr lang="en-US"/>
          </a:p>
          <a:p>
            <a:r>
              <a:rPr lang="en-US"/>
              <a:t>Look at individual predictions</a:t>
            </a:r>
          </a:p>
          <a:p>
            <a:r>
              <a:rPr lang="en-US"/>
              <a:t>Combine:</a:t>
            </a:r>
          </a:p>
          <a:p>
            <a:pPr lvl="1"/>
            <a:r>
              <a:rPr lang="en-US"/>
              <a:t>correctness</a:t>
            </a:r>
          </a:p>
          <a:p>
            <a:pPr lvl="1"/>
            <a:r>
              <a:rPr lang="en-US"/>
              <a:t>confidence</a:t>
            </a:r>
          </a:p>
          <a:p>
            <a:pPr lvl="1"/>
            <a:r>
              <a:rPr lang="en-US"/>
              <a:t>loss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84529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4966C2-7063-E879-7273-E976A7671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103" y="1143000"/>
            <a:ext cx="8520222" cy="1143000"/>
          </a:xfrm>
        </p:spPr>
        <p:txBody>
          <a:bodyPr/>
          <a:lstStyle/>
          <a:p>
            <a:r>
              <a:rPr lang="en-US"/>
              <a:t>From Performance Drop to Sample-Level Analysis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A02CC6-556A-514D-D329-B269F4A6F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428" y="2149549"/>
            <a:ext cx="4657485" cy="3552844"/>
          </a:xfrm>
        </p:spPr>
        <p:txBody>
          <a:bodyPr/>
          <a:lstStyle/>
          <a:p>
            <a:pPr marL="0" indent="0">
              <a:buNone/>
            </a:pPr>
            <a:r>
              <a:rPr lang="en-US" sz="2400" b="1">
                <a:latin typeface="Arial"/>
                <a:cs typeface="Arial"/>
              </a:rPr>
              <a:t>Motivation</a:t>
            </a:r>
            <a:endParaRPr lang="en-US" sz="2400">
              <a:latin typeface="Arial"/>
              <a:cs typeface="Arial"/>
            </a:endParaRPr>
          </a:p>
          <a:p>
            <a:r>
              <a:rPr lang="en-US" sz="2000">
                <a:latin typeface="Arial"/>
                <a:cs typeface="Arial"/>
              </a:rPr>
              <a:t>Large performance drop from validation to test set</a:t>
            </a:r>
          </a:p>
          <a:p>
            <a:r>
              <a:rPr lang="en-US" sz="2000">
                <a:latin typeface="Arial"/>
                <a:cs typeface="Arial"/>
              </a:rPr>
              <a:t>Accuracy alone cannot explain this behavior</a:t>
            </a:r>
          </a:p>
          <a:p>
            <a:pPr marL="0" indent="0">
              <a:buNone/>
            </a:pPr>
            <a:r>
              <a:rPr lang="en-US" sz="2400" b="1">
                <a:latin typeface="Arial"/>
                <a:cs typeface="Arial"/>
              </a:rPr>
              <a:t>Limitation of Aggregate Metrics</a:t>
            </a:r>
            <a:endParaRPr lang="en-US" sz="2400">
              <a:latin typeface="Arial"/>
              <a:cs typeface="Arial"/>
            </a:endParaRPr>
          </a:p>
          <a:p>
            <a:r>
              <a:rPr lang="en-US" sz="2000">
                <a:latin typeface="Arial"/>
                <a:cs typeface="Arial"/>
              </a:rPr>
              <a:t>Accuracy averages over all samples</a:t>
            </a:r>
          </a:p>
          <a:p>
            <a:r>
              <a:rPr lang="en-US" sz="2000">
                <a:latin typeface="Arial"/>
                <a:cs typeface="Arial"/>
              </a:rPr>
              <a:t>Different errors have different risks</a:t>
            </a:r>
          </a:p>
          <a:p>
            <a:r>
              <a:rPr lang="en-US" sz="2000">
                <a:latin typeface="Arial"/>
                <a:cs typeface="Arial"/>
              </a:rPr>
              <a:t>High-confidence wrong predictions are especially problematic</a:t>
            </a:r>
          </a:p>
          <a:p>
            <a:endParaRPr lang="en-US" sz="200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7B5A46FA-54B5-8642-5BF4-C391BC61487D}"/>
              </a:ext>
            </a:extLst>
          </p:cNvPr>
          <p:cNvSpPr txBox="1">
            <a:spLocks/>
          </p:cNvSpPr>
          <p:nvPr/>
        </p:nvSpPr>
        <p:spPr bwMode="auto">
          <a:xfrm>
            <a:off x="5118230" y="2287772"/>
            <a:ext cx="3893288" cy="3552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+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400" b="1">
                <a:latin typeface="Arial"/>
                <a:cs typeface="Arial"/>
              </a:rPr>
              <a:t>Our Approach</a:t>
            </a:r>
            <a:endParaRPr lang="en-US" sz="2400">
              <a:latin typeface="Arial"/>
              <a:cs typeface="Arial"/>
            </a:endParaRPr>
          </a:p>
          <a:p>
            <a:r>
              <a:rPr lang="en-US" sz="2000">
                <a:latin typeface="Arial"/>
                <a:cs typeface="Arial"/>
              </a:rPr>
              <a:t>Move from aggregate metrics to individual predictions</a:t>
            </a:r>
          </a:p>
          <a:p>
            <a:r>
              <a:rPr lang="en-US" sz="2000">
                <a:latin typeface="Arial"/>
                <a:cs typeface="Arial"/>
              </a:rPr>
              <a:t>Analyze errors using:</a:t>
            </a:r>
          </a:p>
          <a:p>
            <a:pPr lvl="1"/>
            <a:r>
              <a:rPr lang="en-US">
                <a:latin typeface="Arial"/>
                <a:cs typeface="Arial"/>
              </a:rPr>
              <a:t>correctness</a:t>
            </a:r>
          </a:p>
          <a:p>
            <a:pPr lvl="1"/>
            <a:r>
              <a:rPr lang="en-US">
                <a:latin typeface="Arial"/>
                <a:cs typeface="Arial"/>
              </a:rPr>
              <a:t>confidence</a:t>
            </a:r>
          </a:p>
          <a:p>
            <a:pPr lvl="1"/>
            <a:r>
              <a:rPr lang="en-US">
                <a:latin typeface="Arial"/>
                <a:cs typeface="Arial"/>
              </a:rPr>
              <a:t>loss</a:t>
            </a:r>
          </a:p>
          <a:p>
            <a:endParaRPr lang="en-US" sz="2000" kern="0"/>
          </a:p>
          <a:p>
            <a:endParaRPr lang="en-US" sz="2000" kern="0"/>
          </a:p>
        </p:txBody>
      </p:sp>
    </p:spTree>
    <p:extLst>
      <p:ext uri="{BB962C8B-B14F-4D97-AF65-F5344CB8AC3E}">
        <p14:creationId xmlns:p14="http://schemas.microsoft.com/office/powerpoint/2010/main" val="3139380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E65F1-74B0-C420-91BD-C6DB9A9B8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Sample-Level Difficulty Analysis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F5261E-D461-444A-025D-8D65D1D67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0800"/>
            <a:ext cx="7643247" cy="1311897"/>
          </a:xfrm>
        </p:spPr>
        <p:txBody>
          <a:bodyPr/>
          <a:lstStyle/>
          <a:p>
            <a:pPr marL="0" lvl="0" indent="0" eaLnBrk="0" hangingPunct="0">
              <a:spcBef>
                <a:spcPct val="0"/>
              </a:spcBef>
            </a:pPr>
            <a:r>
              <a:rPr lang="en-DE" sz="2400">
                <a:latin typeface="Arial"/>
                <a:cs typeface="Arial"/>
              </a:rPr>
              <a:t>Per-sample confidence and loss</a:t>
            </a:r>
          </a:p>
          <a:p>
            <a:pPr marL="0" indent="0" eaLnBrk="0" hangingPunct="0">
              <a:spcBef>
                <a:spcPct val="0"/>
              </a:spcBef>
            </a:pPr>
            <a:r>
              <a:rPr lang="en-DE" sz="2400">
                <a:latin typeface="Arial"/>
                <a:cs typeface="Arial"/>
              </a:rPr>
              <a:t>Focus on </a:t>
            </a:r>
            <a:r>
              <a:rPr lang="en-DE" sz="2400" b="1">
                <a:latin typeface="Arial"/>
                <a:cs typeface="Arial"/>
              </a:rPr>
              <a:t>high-confidence wrong </a:t>
            </a:r>
            <a:r>
              <a:rPr lang="en-DE" sz="2400">
                <a:latin typeface="Arial"/>
                <a:cs typeface="Arial"/>
              </a:rPr>
              <a:t>predictions</a:t>
            </a:r>
            <a:r>
              <a:rPr lang="en-US" sz="2400">
                <a:latin typeface="Arial"/>
                <a:cs typeface="Arial"/>
              </a:rPr>
              <a:t> </a:t>
            </a:r>
            <a:r>
              <a:rPr lang="en-DE" sz="2400">
                <a:latin typeface="Arial"/>
                <a:cs typeface="Arial"/>
              </a:rPr>
              <a:t>(HCW)</a:t>
            </a:r>
            <a:endParaRPr lang="en-DE"/>
          </a:p>
          <a:p>
            <a:pPr marL="0" lvl="0" indent="0" eaLnBrk="0" hangingPunct="0">
              <a:spcBef>
                <a:spcPct val="0"/>
              </a:spcBef>
            </a:pPr>
            <a:r>
              <a:rPr lang="en-DE" sz="2400">
                <a:latin typeface="Arial"/>
                <a:cs typeface="Arial"/>
              </a:rPr>
              <a:t>Enables </a:t>
            </a:r>
            <a:r>
              <a:rPr lang="en-DE" sz="2400" err="1">
                <a:latin typeface="Arial"/>
                <a:cs typeface="Arial"/>
              </a:rPr>
              <a:t>behavior</a:t>
            </a:r>
            <a:r>
              <a:rPr lang="en-DE" sz="2400">
                <a:latin typeface="Arial"/>
                <a:cs typeface="Arial"/>
              </a:rPr>
              <a:t>-level comparison across models</a:t>
            </a:r>
          </a:p>
          <a:p>
            <a:endParaRPr lang="en-DE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0FD41D3-365E-1CC8-25D2-B80DE1D9B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011595"/>
              </p:ext>
            </p:extLst>
          </p:nvPr>
        </p:nvGraphicFramePr>
        <p:xfrm>
          <a:off x="584068" y="4434840"/>
          <a:ext cx="7975860" cy="138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684">
                  <a:extLst>
                    <a:ext uri="{9D8B030D-6E8A-4147-A177-3AD203B41FA5}">
                      <a16:colId xmlns:a16="http://schemas.microsoft.com/office/drawing/2014/main" val="4088209858"/>
                    </a:ext>
                  </a:extLst>
                </a:gridCol>
                <a:gridCol w="1376313">
                  <a:extLst>
                    <a:ext uri="{9D8B030D-6E8A-4147-A177-3AD203B41FA5}">
                      <a16:colId xmlns:a16="http://schemas.microsoft.com/office/drawing/2014/main" val="174661797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24297449"/>
                    </a:ext>
                  </a:extLst>
                </a:gridCol>
                <a:gridCol w="1498861">
                  <a:extLst>
                    <a:ext uri="{9D8B030D-6E8A-4147-A177-3AD203B41FA5}">
                      <a16:colId xmlns:a16="http://schemas.microsoft.com/office/drawing/2014/main" val="168813598"/>
                    </a:ext>
                  </a:extLst>
                </a:gridCol>
                <a:gridCol w="1274682">
                  <a:extLst>
                    <a:ext uri="{9D8B030D-6E8A-4147-A177-3AD203B41FA5}">
                      <a16:colId xmlns:a16="http://schemas.microsoft.com/office/drawing/2014/main" val="71999983"/>
                    </a:ext>
                  </a:extLst>
                </a:gridCol>
                <a:gridCol w="1261520">
                  <a:extLst>
                    <a:ext uri="{9D8B030D-6E8A-4147-A177-3AD203B41FA5}">
                      <a16:colId xmlns:a16="http://schemas.microsoft.com/office/drawing/2014/main" val="4215322269"/>
                    </a:ext>
                  </a:extLst>
                </a:gridCol>
              </a:tblGrid>
              <a:tr h="642608">
                <a:tc>
                  <a:txBody>
                    <a:bodyPr/>
                    <a:lstStyle/>
                    <a:p>
                      <a:r>
                        <a:rPr lang="en-US" altLang="zh-CN"/>
                        <a:t>id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ture_label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pred_lebel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confidence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loss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Top2_</a:t>
                      </a:r>
                      <a:br>
                        <a:rPr lang="en-US"/>
                      </a:br>
                      <a:r>
                        <a:rPr lang="en-US"/>
                        <a:t>margin</a:t>
                      </a:r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097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/>
                        <a:t>2985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Soup_bowl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Wooden_spoon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0.999974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13.445731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0.999956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308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…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…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…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…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…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…</a:t>
                      </a:r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155282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5D740CEC-ED5C-C559-AC46-FA8C8FF72CE8}"/>
              </a:ext>
            </a:extLst>
          </p:cNvPr>
          <p:cNvSpPr txBox="1"/>
          <p:nvPr/>
        </p:nvSpPr>
        <p:spPr>
          <a:xfrm>
            <a:off x="584068" y="4096286"/>
            <a:ext cx="7750787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i="1">
                <a:latin typeface="Times New Roman"/>
                <a:cs typeface="Arial"/>
              </a:rPr>
              <a:t>Model In-LP on Test, Top conf wrong (first 1)</a:t>
            </a:r>
            <a:endParaRPr lang="en-US" sz="1600" i="1"/>
          </a:p>
        </p:txBody>
      </p:sp>
    </p:spTree>
    <p:extLst>
      <p:ext uri="{BB962C8B-B14F-4D97-AF65-F5344CB8AC3E}">
        <p14:creationId xmlns:p14="http://schemas.microsoft.com/office/powerpoint/2010/main" val="80806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DCC78B-8F19-B09F-F9DD-D1A98AAF7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20" y="856296"/>
            <a:ext cx="7467600" cy="1143000"/>
          </a:xfrm>
        </p:spPr>
        <p:txBody>
          <a:bodyPr/>
          <a:lstStyle/>
          <a:p>
            <a:r>
              <a:rPr lang="en-US"/>
              <a:t>Error Confidence Distributions</a:t>
            </a:r>
            <a:endParaRPr lang="en-DE"/>
          </a:p>
        </p:txBody>
      </p:sp>
      <p:pic>
        <p:nvPicPr>
          <p:cNvPr id="5" name="内容占位符 4" descr="图表, 折线图&#10;&#10;AI 生成的内容可能不正确。">
            <a:extLst>
              <a:ext uri="{FF2B5EF4-FFF2-40B4-BE49-F238E27FC236}">
                <a16:creationId xmlns:a16="http://schemas.microsoft.com/office/drawing/2014/main" id="{6CB6C298-1A83-4118-61BB-69DE4B2A98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884712" y="1701480"/>
            <a:ext cx="6893626" cy="4792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7233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9E1815-3A36-5D9B-F8D6-F60D30197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Error Confidence Distributions Differ Across Models</a:t>
            </a:r>
            <a:endParaRPr lang="en-DE"/>
          </a:p>
        </p:txBody>
      </p:sp>
      <p:graphicFrame>
        <p:nvGraphicFramePr>
          <p:cNvPr id="8" name="内容占位符 7">
            <a:extLst>
              <a:ext uri="{FF2B5EF4-FFF2-40B4-BE49-F238E27FC236}">
                <a16:creationId xmlns:a16="http://schemas.microsoft.com/office/drawing/2014/main" id="{6B09AE52-DB3E-D15C-73FA-3A7526EC2E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9570957"/>
              </p:ext>
            </p:extLst>
          </p:nvPr>
        </p:nvGraphicFramePr>
        <p:xfrm>
          <a:off x="457199" y="3819897"/>
          <a:ext cx="8205851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1">
                  <a:extLst>
                    <a:ext uri="{9D8B030D-6E8A-4147-A177-3AD203B41FA5}">
                      <a16:colId xmlns:a16="http://schemas.microsoft.com/office/drawing/2014/main" val="1042042431"/>
                    </a:ext>
                  </a:extLst>
                </a:gridCol>
                <a:gridCol w="793667">
                  <a:extLst>
                    <a:ext uri="{9D8B030D-6E8A-4147-A177-3AD203B41FA5}">
                      <a16:colId xmlns:a16="http://schemas.microsoft.com/office/drawing/2014/main" val="1354762736"/>
                    </a:ext>
                  </a:extLst>
                </a:gridCol>
                <a:gridCol w="1128371">
                  <a:extLst>
                    <a:ext uri="{9D8B030D-6E8A-4147-A177-3AD203B41FA5}">
                      <a16:colId xmlns:a16="http://schemas.microsoft.com/office/drawing/2014/main" val="896995244"/>
                    </a:ext>
                  </a:extLst>
                </a:gridCol>
                <a:gridCol w="2406606">
                  <a:extLst>
                    <a:ext uri="{9D8B030D-6E8A-4147-A177-3AD203B41FA5}">
                      <a16:colId xmlns:a16="http://schemas.microsoft.com/office/drawing/2014/main" val="1666507768"/>
                    </a:ext>
                  </a:extLst>
                </a:gridCol>
                <a:gridCol w="1426897">
                  <a:extLst>
                    <a:ext uri="{9D8B030D-6E8A-4147-A177-3AD203B41FA5}">
                      <a16:colId xmlns:a16="http://schemas.microsoft.com/office/drawing/2014/main" val="502348913"/>
                    </a:ext>
                  </a:extLst>
                </a:gridCol>
                <a:gridCol w="1535909">
                  <a:extLst>
                    <a:ext uri="{9D8B030D-6E8A-4147-A177-3AD203B41FA5}">
                      <a16:colId xmlns:a16="http://schemas.microsoft.com/office/drawing/2014/main" val="25268543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acc_</a:t>
                      </a:r>
                      <a:br>
                        <a:rPr lang="en-US"/>
                      </a:br>
                      <a:r>
                        <a:rPr lang="en-US"/>
                        <a:t>test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Wrong</a:t>
                      </a:r>
                      <a:br>
                        <a:rPr lang="en-US" sz="18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counts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>
                          <a:effectLst/>
                        </a:rPr>
                        <a:t>wrong_conf_</a:t>
                      </a:r>
                    </a:p>
                    <a:p>
                      <a:pPr lvl="0" algn="ctr">
                        <a:buNone/>
                      </a:pPr>
                      <a:r>
                        <a:rPr lang="en-US">
                          <a:effectLst/>
                        </a:rPr>
                        <a:t>Median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wrong_</a:t>
                      </a:r>
                      <a:endParaRPr lang="en-DE">
                        <a:effectLst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8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conf&gt;=0.9</a:t>
                      </a:r>
                      <a:endParaRPr lang="en-DE">
                        <a:effectLst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HCW counts</a:t>
                      </a:r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448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IN-LP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0.418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2565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0.510630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>
                          <a:effectLst/>
                        </a:rPr>
                        <a:t>0.062768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161</a:t>
                      </a:r>
                      <a:endParaRPr lang="en-DE">
                        <a:effectLst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701423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IN-FT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0.438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2476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0.607954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0.167609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415</a:t>
                      </a:r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168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FL-LP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0.422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2545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0.592722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0.124951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318</a:t>
                      </a:r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049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FL-FT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0.424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2539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0.725225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0.256400</a:t>
                      </a:r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651</a:t>
                      </a:r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819392"/>
                  </a:ext>
                </a:extLst>
              </a:tr>
            </a:tbl>
          </a:graphicData>
        </a:graphic>
      </p:graphicFrame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368D5CF2-8A95-795F-EAAB-E2269624A487}"/>
              </a:ext>
            </a:extLst>
          </p:cNvPr>
          <p:cNvSpPr txBox="1">
            <a:spLocks/>
          </p:cNvSpPr>
          <p:nvPr/>
        </p:nvSpPr>
        <p:spPr bwMode="auto">
          <a:xfrm>
            <a:off x="838200" y="2423554"/>
            <a:ext cx="7467600" cy="1229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+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kern="0"/>
              <a:t>Highlight:</a:t>
            </a:r>
          </a:p>
          <a:p>
            <a:r>
              <a:rPr lang="en-US" kern="0"/>
              <a:t>Similar accuracy</a:t>
            </a:r>
          </a:p>
          <a:p>
            <a:r>
              <a:rPr lang="en-US" kern="0"/>
              <a:t>Very different error confidence profiles</a:t>
            </a:r>
          </a:p>
          <a:p>
            <a:endParaRPr lang="en-DE" kern="0"/>
          </a:p>
        </p:txBody>
      </p:sp>
    </p:spTree>
    <p:extLst>
      <p:ext uri="{BB962C8B-B14F-4D97-AF65-F5344CB8AC3E}">
        <p14:creationId xmlns:p14="http://schemas.microsoft.com/office/powerpoint/2010/main" val="1112991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485370-2ED5-27BF-1CE7-1923C08DB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000"/>
            <a:ext cx="7467600" cy="1143000"/>
          </a:xfrm>
        </p:spPr>
        <p:txBody>
          <a:bodyPr wrap="square" anchor="ctr">
            <a:normAutofit/>
          </a:bodyPr>
          <a:lstStyle/>
          <a:p>
            <a:r>
              <a:rPr lang="en-US"/>
              <a:t>Focused confusion on high-confidence wrong</a:t>
            </a:r>
            <a:endParaRPr lang="en-DE"/>
          </a:p>
        </p:txBody>
      </p:sp>
      <p:pic>
        <p:nvPicPr>
          <p:cNvPr id="5" name="内容占位符 4" descr="图表&#10;&#10;AI 生成的内容可能不正确。">
            <a:extLst>
              <a:ext uri="{FF2B5EF4-FFF2-40B4-BE49-F238E27FC236}">
                <a16:creationId xmlns:a16="http://schemas.microsoft.com/office/drawing/2014/main" id="{2C30EBD9-B40A-F54A-A879-2EA688D23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124" y="1987061"/>
            <a:ext cx="5643666" cy="45149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36084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A08E79-0913-CF31-FB95-F2DBDFAFE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Error Statistics to Visual Explanation</a:t>
            </a:r>
            <a:endParaRPr lang="en-DE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8D244E4B-210C-9F46-4FEF-34C46CCC7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Similar accuracy, but different error confidence behavior</a:t>
            </a:r>
          </a:p>
          <a:p>
            <a:r>
              <a:rPr lang="en-US">
                <a:latin typeface="Arial"/>
                <a:cs typeface="Arial"/>
              </a:rPr>
              <a:t>Hidden differences beyond aggregate performance</a:t>
            </a:r>
          </a:p>
          <a:p>
            <a:r>
              <a:rPr lang="en-US">
                <a:latin typeface="Arial"/>
                <a:cs typeface="Arial"/>
              </a:rPr>
              <a:t>Next goal: </a:t>
            </a:r>
          </a:p>
          <a:p>
            <a:pPr lvl="1"/>
            <a:r>
              <a:rPr lang="en-US" sz="2200">
                <a:latin typeface="Arial"/>
                <a:cs typeface="Arial"/>
              </a:rPr>
              <a:t>understand how errors are made</a:t>
            </a:r>
          </a:p>
          <a:p>
            <a:pPr lvl="1"/>
            <a:r>
              <a:rPr lang="en-US" sz="2200">
                <a:latin typeface="Arial"/>
                <a:cs typeface="Arial"/>
              </a:rPr>
              <a:t>And whether training choices shape these failures</a:t>
            </a:r>
            <a:endParaRPr lang="en-DE" sz="2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5449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1AFD35-E39B-181F-A45A-C6893AE39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Interim Summary: What We Learned So Far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099196-BCD4-55FB-C4C6-C7AE20565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So Far</a:t>
            </a:r>
            <a:endParaRPr lang="zh-CN" altLang="en-US" b="1"/>
          </a:p>
          <a:p>
            <a:r>
              <a:rPr lang="en-US"/>
              <a:t>Model A: few, mostly shared HCWs</a:t>
            </a:r>
          </a:p>
          <a:p>
            <a:r>
              <a:rPr lang="en-US"/>
              <a:t>Models B &amp; D: many model-specific HCWs</a:t>
            </a:r>
          </a:p>
          <a:p>
            <a:r>
              <a:rPr lang="en-US"/>
              <a:t>Suggests training choices shape failure behavior</a:t>
            </a:r>
          </a:p>
          <a:p>
            <a:pPr marL="0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40461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BACA99-3F52-BDB6-FF25-32466D3AC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Visual Explanation with Grad-CAM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224E5A-877E-5993-70ED-F9EDE2828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019" y="2286000"/>
            <a:ext cx="7712148" cy="3652694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latin typeface="Arial"/>
                <a:cs typeface="Arial"/>
              </a:rPr>
              <a:t>What is Grad-CAM?</a:t>
            </a:r>
          </a:p>
          <a:p>
            <a:r>
              <a:rPr lang="en-US" sz="2000">
                <a:latin typeface="Arial"/>
                <a:cs typeface="Arial"/>
              </a:rPr>
              <a:t>Visual explanation method for CNNs</a:t>
            </a:r>
          </a:p>
          <a:p>
            <a:r>
              <a:rPr lang="en-US" sz="2000">
                <a:latin typeface="Arial"/>
                <a:cs typeface="Arial"/>
              </a:rPr>
              <a:t>Highlights regions important for a specific prediction</a:t>
            </a:r>
          </a:p>
          <a:p>
            <a:r>
              <a:rPr lang="en-US" sz="2000">
                <a:latin typeface="Arial"/>
                <a:cs typeface="Arial"/>
              </a:rPr>
              <a:t>Produces a class-specific heatmap</a:t>
            </a:r>
            <a:endParaRPr lang="en-US" sz="2000">
              <a:latin typeface="Arial"/>
            </a:endParaRPr>
          </a:p>
          <a:p>
            <a:pPr lvl="1">
              <a:spcBef>
                <a:spcPts val="20"/>
              </a:spcBef>
            </a:pPr>
            <a:endParaRPr lang="en-US">
              <a:cs typeface="Arial"/>
            </a:endParaRPr>
          </a:p>
          <a:p>
            <a:pPr marL="0" indent="0">
              <a:buNone/>
            </a:pPr>
            <a:r>
              <a:rPr lang="en-US" b="1">
                <a:latin typeface="Arial"/>
                <a:cs typeface="Arial"/>
              </a:rPr>
              <a:t>Method (Our Use Case)</a:t>
            </a:r>
          </a:p>
          <a:p>
            <a:r>
              <a:rPr lang="en-US" sz="2000">
                <a:latin typeface="Arial"/>
                <a:cs typeface="Arial"/>
              </a:rPr>
              <a:t>Apply Grad-CAM to </a:t>
            </a:r>
            <a:r>
              <a:rPr lang="en-US" sz="2000" b="1">
                <a:latin typeface="Arial"/>
                <a:cs typeface="Arial"/>
              </a:rPr>
              <a:t>high-confidence wrong predictions</a:t>
            </a:r>
          </a:p>
          <a:p>
            <a:r>
              <a:rPr lang="en-US" sz="2000">
                <a:latin typeface="Arial"/>
                <a:cs typeface="Arial"/>
              </a:rPr>
              <a:t>Analyze whether the model focuses on object region or spurious cues</a:t>
            </a:r>
          </a:p>
        </p:txBody>
      </p:sp>
    </p:spTree>
    <p:extLst>
      <p:ext uri="{BB962C8B-B14F-4D97-AF65-F5344CB8AC3E}">
        <p14:creationId xmlns:p14="http://schemas.microsoft.com/office/powerpoint/2010/main" val="378023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D60A6E-4132-F169-F585-8D45371B8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Behavior-Driven Sample Selection for Cross-Model Comparison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19AF47-E738-93F8-9F1C-370550F81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>
                <a:latin typeface="Arial"/>
                <a:cs typeface="Arial"/>
              </a:rPr>
              <a:t>Grad-CAM is not applied to all samples</a:t>
            </a:r>
          </a:p>
          <a:p>
            <a:r>
              <a:rPr lang="en-US" sz="2000">
                <a:latin typeface="Arial"/>
                <a:cs typeface="Arial"/>
              </a:rPr>
              <a:t>Focus on samples that best reveal behavioral differences</a:t>
            </a:r>
            <a:endParaRPr lang="en-US" sz="2000">
              <a:cs typeface="Arial"/>
            </a:endParaRPr>
          </a:p>
          <a:p>
            <a:r>
              <a:rPr lang="en-US" sz="2000">
                <a:latin typeface="Arial"/>
                <a:cs typeface="Arial"/>
              </a:rPr>
              <a:t>Samples selected based on decision divergence between models</a:t>
            </a:r>
          </a:p>
          <a:p>
            <a:r>
              <a:rPr lang="en-US" sz="2000">
                <a:latin typeface="Arial"/>
                <a:cs typeface="Arial"/>
              </a:rPr>
              <a:t>Using difficulty tables to identify: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>
                <a:latin typeface="Arial"/>
                <a:cs typeface="Arial"/>
              </a:rPr>
              <a:t>High-confidence wrong vs not</a:t>
            </a:r>
          </a:p>
          <a:p>
            <a:r>
              <a:rPr lang="en-US" sz="2000">
                <a:latin typeface="Arial"/>
                <a:cs typeface="Arial"/>
              </a:rPr>
              <a:t>Enables fair and symmetric cross-model comparison</a:t>
            </a:r>
          </a:p>
          <a:p>
            <a:r>
              <a:rPr lang="en-US" sz="2000">
                <a:latin typeface="Arial"/>
                <a:cs typeface="Arial"/>
              </a:rPr>
              <a:t>Bidirectional analysis for each model pair</a:t>
            </a:r>
          </a:p>
          <a:p>
            <a:r>
              <a:rPr lang="en-US" sz="2000">
                <a:latin typeface="Arial"/>
                <a:cs typeface="Arial"/>
              </a:rPr>
              <a:t>This results in </a:t>
            </a:r>
            <a:r>
              <a:rPr lang="en-US" sz="2000" b="1">
                <a:latin typeface="Arial"/>
                <a:cs typeface="Arial"/>
              </a:rPr>
              <a:t>eight symmetric comparison groups</a:t>
            </a:r>
            <a:endParaRPr lang="en-US" sz="2000">
              <a:latin typeface="Arial"/>
              <a:cs typeface="Arial"/>
            </a:endParaRPr>
          </a:p>
          <a:p>
            <a:endParaRPr lang="en-US" sz="2000">
              <a:cs typeface="Arial"/>
            </a:endParaRPr>
          </a:p>
          <a:p>
            <a:endParaRPr lang="en-US" sz="2000">
              <a:cs typeface="Arial"/>
            </a:endParaRP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04682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3AF1B7-5DCB-D5C3-9386-75F5B463B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Eight Comparisons?</a:t>
            </a:r>
            <a:endParaRPr lang="en-DE"/>
          </a:p>
        </p:txBody>
      </p:sp>
      <p:graphicFrame>
        <p:nvGraphicFramePr>
          <p:cNvPr id="5" name="内容占位符 3">
            <a:extLst>
              <a:ext uri="{FF2B5EF4-FFF2-40B4-BE49-F238E27FC236}">
                <a16:creationId xmlns:a16="http://schemas.microsoft.com/office/drawing/2014/main" id="{DE5B721B-E396-18F2-43E1-38F2B5576E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8829115"/>
              </p:ext>
            </p:extLst>
          </p:nvPr>
        </p:nvGraphicFramePr>
        <p:xfrm>
          <a:off x="433448" y="2167246"/>
          <a:ext cx="8259288" cy="3806040"/>
        </p:xfrm>
        <a:graphic>
          <a:graphicData uri="http://schemas.openxmlformats.org/drawingml/2006/table">
            <a:tbl>
              <a:tblPr/>
              <a:tblGrid>
                <a:gridCol w="2064822">
                  <a:extLst>
                    <a:ext uri="{9D8B030D-6E8A-4147-A177-3AD203B41FA5}">
                      <a16:colId xmlns:a16="http://schemas.microsoft.com/office/drawing/2014/main" val="2787436167"/>
                    </a:ext>
                  </a:extLst>
                </a:gridCol>
                <a:gridCol w="2079668">
                  <a:extLst>
                    <a:ext uri="{9D8B030D-6E8A-4147-A177-3AD203B41FA5}">
                      <a16:colId xmlns:a16="http://schemas.microsoft.com/office/drawing/2014/main" val="911003940"/>
                    </a:ext>
                  </a:extLst>
                </a:gridCol>
                <a:gridCol w="2049976">
                  <a:extLst>
                    <a:ext uri="{9D8B030D-6E8A-4147-A177-3AD203B41FA5}">
                      <a16:colId xmlns:a16="http://schemas.microsoft.com/office/drawing/2014/main" val="1331853461"/>
                    </a:ext>
                  </a:extLst>
                </a:gridCol>
                <a:gridCol w="2064822">
                  <a:extLst>
                    <a:ext uri="{9D8B030D-6E8A-4147-A177-3AD203B41FA5}">
                      <a16:colId xmlns:a16="http://schemas.microsoft.com/office/drawing/2014/main" val="3747254329"/>
                    </a:ext>
                  </a:extLst>
                </a:gridCol>
              </a:tblGrid>
              <a:tr h="475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Control Factor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Model Pair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Direction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Direction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08891341"/>
                  </a:ext>
                </a:extLst>
              </a:tr>
              <a:tr h="832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Same strategy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IN-LP vs FL-LP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IN-LP HCW → FL-LP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FL-LP HCW → IN-LP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09563752"/>
                  </a:ext>
                </a:extLst>
              </a:tr>
              <a:tr h="832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Same strategy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IN-FT vs FL-FT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IN-FT HCW → FL-FT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FL-FT HCW → IN-FT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447474915"/>
                  </a:ext>
                </a:extLst>
              </a:tr>
              <a:tr h="832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Same pretraining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IN-LP vs IN-FT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IN-LP HCW → IN-FT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IN-FT HCW → IN-LP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960495177"/>
                  </a:ext>
                </a:extLst>
              </a:tr>
              <a:tr h="832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Same pretraining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FL-LP vs FL-FT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FL-LP HCW → FL-FT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FL-FT HCW → FL-LP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70973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5151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15B04-6EEB-7197-BC0F-5B68DAF11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1A57A2-FF7D-459D-4A6A-AC22561C1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Eight Comparisons?</a:t>
            </a:r>
            <a:endParaRPr lang="en-DE"/>
          </a:p>
        </p:txBody>
      </p:sp>
      <p:graphicFrame>
        <p:nvGraphicFramePr>
          <p:cNvPr id="5" name="内容占位符 3">
            <a:extLst>
              <a:ext uri="{FF2B5EF4-FFF2-40B4-BE49-F238E27FC236}">
                <a16:creationId xmlns:a16="http://schemas.microsoft.com/office/drawing/2014/main" id="{7563361C-D9C3-79A4-73C9-7157C6FA3E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33448" y="2167246"/>
          <a:ext cx="8259288" cy="3806040"/>
        </p:xfrm>
        <a:graphic>
          <a:graphicData uri="http://schemas.openxmlformats.org/drawingml/2006/table">
            <a:tbl>
              <a:tblPr/>
              <a:tblGrid>
                <a:gridCol w="2064822">
                  <a:extLst>
                    <a:ext uri="{9D8B030D-6E8A-4147-A177-3AD203B41FA5}">
                      <a16:colId xmlns:a16="http://schemas.microsoft.com/office/drawing/2014/main" val="2787436167"/>
                    </a:ext>
                  </a:extLst>
                </a:gridCol>
                <a:gridCol w="2064822">
                  <a:extLst>
                    <a:ext uri="{9D8B030D-6E8A-4147-A177-3AD203B41FA5}">
                      <a16:colId xmlns:a16="http://schemas.microsoft.com/office/drawing/2014/main" val="911003940"/>
                    </a:ext>
                  </a:extLst>
                </a:gridCol>
                <a:gridCol w="2064822">
                  <a:extLst>
                    <a:ext uri="{9D8B030D-6E8A-4147-A177-3AD203B41FA5}">
                      <a16:colId xmlns:a16="http://schemas.microsoft.com/office/drawing/2014/main" val="1331853461"/>
                    </a:ext>
                  </a:extLst>
                </a:gridCol>
                <a:gridCol w="2064822">
                  <a:extLst>
                    <a:ext uri="{9D8B030D-6E8A-4147-A177-3AD203B41FA5}">
                      <a16:colId xmlns:a16="http://schemas.microsoft.com/office/drawing/2014/main" val="3747254329"/>
                    </a:ext>
                  </a:extLst>
                </a:gridCol>
              </a:tblGrid>
              <a:tr h="475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Control Factor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Model Pair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Direction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Direction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08891341"/>
                  </a:ext>
                </a:extLst>
              </a:tr>
              <a:tr h="832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Same strategy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IN-LP vs FL-LP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IN-LP HCW → FL-LP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FL-LP HCW → IN-LP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09563752"/>
                  </a:ext>
                </a:extLst>
              </a:tr>
              <a:tr h="832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Same strategy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IN-FT vs FL-FT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IN-FT HCW → FL-FT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FL-FT HCW → IN-FT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447474915"/>
                  </a:ext>
                </a:extLst>
              </a:tr>
              <a:tr h="832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Same pretraining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IN-LP vs IN-FT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IN-LP HCW → IN-FT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IN-FT HCW → IN-LP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960495177"/>
                  </a:ext>
                </a:extLst>
              </a:tr>
              <a:tr h="832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Same pretraining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FL-LP vs FL-FT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FL-LP HCW → FL-FT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solidFill>
                              <a:schemeClr val="accent1"/>
                            </a:solidFill>
                          </a:ln>
                          <a:solidFill>
                            <a:schemeClr val="tx1"/>
                          </a:solidFill>
                        </a:rPr>
                        <a:t>FL-FT HCW → FL-LP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70973933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3BDB873F-93D7-C066-C0A9-E678600FBE7E}"/>
              </a:ext>
            </a:extLst>
          </p:cNvPr>
          <p:cNvSpPr/>
          <p:nvPr/>
        </p:nvSpPr>
        <p:spPr>
          <a:xfrm>
            <a:off x="2535382" y="2838203"/>
            <a:ext cx="1680358" cy="409698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D8C26D-B955-9E9D-9295-71858DE3C8BA}"/>
              </a:ext>
            </a:extLst>
          </p:cNvPr>
          <p:cNvSpPr/>
          <p:nvPr/>
        </p:nvSpPr>
        <p:spPr>
          <a:xfrm>
            <a:off x="2535382" y="3719945"/>
            <a:ext cx="1680358" cy="409698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2439693-91CB-8456-50CB-1CB22856F187}"/>
              </a:ext>
            </a:extLst>
          </p:cNvPr>
          <p:cNvSpPr/>
          <p:nvPr/>
        </p:nvSpPr>
        <p:spPr>
          <a:xfrm>
            <a:off x="2535382" y="4512623"/>
            <a:ext cx="1680358" cy="409698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BA7001-A3B2-9A60-6301-096329C1A30C}"/>
              </a:ext>
            </a:extLst>
          </p:cNvPr>
          <p:cNvSpPr/>
          <p:nvPr/>
        </p:nvSpPr>
        <p:spPr>
          <a:xfrm>
            <a:off x="2535382" y="5305302"/>
            <a:ext cx="1680358" cy="409698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C628FE1-BD03-F736-D8EB-7A13A1206754}"/>
              </a:ext>
            </a:extLst>
          </p:cNvPr>
          <p:cNvSpPr/>
          <p:nvPr/>
        </p:nvSpPr>
        <p:spPr>
          <a:xfrm>
            <a:off x="4623460" y="2784267"/>
            <a:ext cx="1680358" cy="582388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06855A-0679-F00E-9C64-ABFC7AC71133}"/>
              </a:ext>
            </a:extLst>
          </p:cNvPr>
          <p:cNvSpPr/>
          <p:nvPr/>
        </p:nvSpPr>
        <p:spPr>
          <a:xfrm>
            <a:off x="6711538" y="2784266"/>
            <a:ext cx="1680358" cy="582387"/>
          </a:xfrm>
          <a:prstGeom prst="rect">
            <a:avLst/>
          </a:prstGeom>
          <a:solidFill>
            <a:srgbClr val="FFFF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17367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41F7F-4B95-23B6-2024-302B4F7B8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2D729B08-8622-98DE-F469-5E0A713D6A6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04172"/>
          <a:ext cx="7467600" cy="2926080"/>
        </p:xfrm>
        <a:graphic>
          <a:graphicData uri="http://schemas.openxmlformats.org/drawingml/2006/table">
            <a:tbl>
              <a:tblPr/>
              <a:tblGrid>
                <a:gridCol w="1866900">
                  <a:extLst>
                    <a:ext uri="{9D8B030D-6E8A-4147-A177-3AD203B41FA5}">
                      <a16:colId xmlns:a16="http://schemas.microsoft.com/office/drawing/2014/main" val="2787436167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91100394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1331853461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37472543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Control Factor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Model Pair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Direction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Direction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891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Same strategy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IN-LP vs FL-LP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IN-LP HCW → FL-LP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FL-LP HCW → IN-LP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9563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Same strategy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IN-FT vs FL-FT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IN-FT HCW → FL-FT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FL-FT HCW → IN-FT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474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Same pretraining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IN-LP vs IN-FT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IN-LP HCW → IN-FT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IN-FT HCW → IN-LP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495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Same pretraining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FL-LP vs FL-FT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FL-LP HCW → FL-FT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FL-FT HCW → FL-LP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973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67573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02EC6A-BA28-9D09-CC8E-45C54C1B4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Shared High-Confidence Errors as a Starting Point</a:t>
            </a:r>
            <a:endParaRPr lang="en-DE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B70BDD8-5685-BEEA-3647-77DE616C0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0799"/>
            <a:ext cx="7467600" cy="3293423"/>
          </a:xfrm>
        </p:spPr>
        <p:txBody>
          <a:bodyPr/>
          <a:lstStyle/>
          <a:p>
            <a:r>
              <a:rPr lang="en-US"/>
              <a:t>Define shared high-confidence wrong predictions</a:t>
            </a:r>
          </a:p>
          <a:p>
            <a:r>
              <a:rPr lang="en-US"/>
              <a:t>Identified via cross-model comparison of difficulty tables</a:t>
            </a:r>
          </a:p>
          <a:p>
            <a:r>
              <a:rPr lang="en-US"/>
              <a:t>Same images misclassified with high confidence by all models</a:t>
            </a:r>
          </a:p>
          <a:p>
            <a:r>
              <a:rPr lang="en-US"/>
              <a:t>Serve as a model-independent failure subset</a:t>
            </a:r>
          </a:p>
          <a:p>
            <a:r>
              <a:rPr lang="en-US"/>
              <a:t>Analyzed using Grad-CAM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25262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22B4F9-2F48-431E-5B99-9462006B6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Initial Grad-CAM Observations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15FDE8-BEA5-0830-E73A-DDCC79AD2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0135" y="2286000"/>
            <a:ext cx="3923805" cy="3552844"/>
          </a:xfrm>
        </p:spPr>
        <p:txBody>
          <a:bodyPr/>
          <a:lstStyle/>
          <a:p>
            <a:r>
              <a:rPr lang="en-US"/>
              <a:t>Grad-CAM highlights are often consistent across different objects</a:t>
            </a:r>
          </a:p>
          <a:p>
            <a:r>
              <a:rPr lang="en-US"/>
              <a:t>The model frequently focuses on:</a:t>
            </a:r>
          </a:p>
          <a:p>
            <a:pPr lvl="1"/>
            <a:r>
              <a:rPr lang="en-US"/>
              <a:t>elongated / rod-like regions</a:t>
            </a:r>
          </a:p>
          <a:p>
            <a:pPr lvl="1"/>
            <a:r>
              <a:rPr lang="en-US"/>
              <a:t>brown or wood-like textures</a:t>
            </a:r>
          </a:p>
          <a:p>
            <a:pPr lvl="1"/>
            <a:r>
              <a:rPr lang="en-US"/>
              <a:t>background regions instead of the object itself</a:t>
            </a:r>
            <a:endParaRPr lang="en-DE"/>
          </a:p>
        </p:txBody>
      </p:sp>
      <p:pic>
        <p:nvPicPr>
          <p:cNvPr id="10" name="图片 9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0812D8CA-E416-E324-4C68-DF6B8BDB5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7" y="2033649"/>
            <a:ext cx="2684805" cy="2684805"/>
          </a:xfrm>
          <a:prstGeom prst="rect">
            <a:avLst/>
          </a:prstGeom>
        </p:spPr>
      </p:pic>
      <p:pic>
        <p:nvPicPr>
          <p:cNvPr id="12" name="图片 11" descr="墙上挂着一幅画&#10;&#10;AI 生成的内容可能不正确。">
            <a:extLst>
              <a:ext uri="{FF2B5EF4-FFF2-40B4-BE49-F238E27FC236}">
                <a16:creationId xmlns:a16="http://schemas.microsoft.com/office/drawing/2014/main" id="{F0963A18-BDD6-9528-C0DD-E7EED8DF23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7" y="3882248"/>
            <a:ext cx="2684805" cy="2684805"/>
          </a:xfrm>
          <a:prstGeom prst="rect">
            <a:avLst/>
          </a:prstGeom>
        </p:spPr>
      </p:pic>
      <p:pic>
        <p:nvPicPr>
          <p:cNvPr id="14" name="图片 13" descr="图片包含 日历&#10;&#10;AI 生成的内容可能不正确。">
            <a:extLst>
              <a:ext uri="{FF2B5EF4-FFF2-40B4-BE49-F238E27FC236}">
                <a16:creationId xmlns:a16="http://schemas.microsoft.com/office/drawing/2014/main" id="{5154CE84-CFA2-B1A1-B86A-A8BA8BE667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901" y="2033649"/>
            <a:ext cx="2684805" cy="2684805"/>
          </a:xfrm>
          <a:prstGeom prst="rect">
            <a:avLst/>
          </a:prstGeom>
        </p:spPr>
      </p:pic>
      <p:pic>
        <p:nvPicPr>
          <p:cNvPr id="16" name="图片 15" descr="图片包含 游戏机, 食物&#10;&#10;AI 生成的内容可能不正确。">
            <a:extLst>
              <a:ext uri="{FF2B5EF4-FFF2-40B4-BE49-F238E27FC236}">
                <a16:creationId xmlns:a16="http://schemas.microsoft.com/office/drawing/2014/main" id="{8CC919E7-2B2E-F76E-1DA0-1497158610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901" y="3882248"/>
            <a:ext cx="2684804" cy="268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3692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88DA79-889C-3A0B-FEA1-C64FDC7AB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Structuring Grad-CAM Insights into Interpretable Features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CACEDA-ACA5-DF4E-6167-F721EC6EF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5454" y="2670888"/>
            <a:ext cx="3230088" cy="3552844"/>
          </a:xfrm>
        </p:spPr>
        <p:txBody>
          <a:bodyPr/>
          <a:lstStyle/>
          <a:p>
            <a:r>
              <a:rPr lang="en-US" sz="2000"/>
              <a:t>For each high-confidence error image:</a:t>
            </a:r>
          </a:p>
          <a:p>
            <a:pPr lvl="1"/>
            <a:r>
              <a:rPr lang="en-US" sz="1800"/>
              <a:t>we annotate several binary visual cues</a:t>
            </a:r>
          </a:p>
          <a:p>
            <a:r>
              <a:rPr lang="en-US" sz="2000"/>
              <a:t>Each image is represented as a feature vector</a:t>
            </a:r>
          </a:p>
          <a:p>
            <a:r>
              <a:rPr lang="en-US" sz="2000"/>
              <a:t>These features are not mutually exclusive</a:t>
            </a:r>
          </a:p>
          <a:p>
            <a:pPr lvl="1"/>
            <a:r>
              <a:rPr lang="en-US" sz="1800"/>
              <a:t>multiple cues can co-exist</a:t>
            </a:r>
            <a:endParaRPr lang="en-DE" sz="1800"/>
          </a:p>
        </p:txBody>
      </p:sp>
      <p:pic>
        <p:nvPicPr>
          <p:cNvPr id="6" name="图片 5" descr="表格&#10;&#10;AI 生成的内容可能不正确。">
            <a:extLst>
              <a:ext uri="{FF2B5EF4-FFF2-40B4-BE49-F238E27FC236}">
                <a16:creationId xmlns:a16="http://schemas.microsoft.com/office/drawing/2014/main" id="{45A7071F-F41F-5BF4-3F2D-E010336BF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13" y="2727367"/>
            <a:ext cx="4859963" cy="906482"/>
          </a:xfrm>
          <a:prstGeom prst="rect">
            <a:avLst/>
          </a:prstGeom>
        </p:spPr>
      </p:pic>
      <p:pic>
        <p:nvPicPr>
          <p:cNvPr id="10" name="图片 9" descr="图片包含 日程表&#10;&#10;AI 生成的内容可能不正确。">
            <a:extLst>
              <a:ext uri="{FF2B5EF4-FFF2-40B4-BE49-F238E27FC236}">
                <a16:creationId xmlns:a16="http://schemas.microsoft.com/office/drawing/2014/main" id="{AF1AB1EB-32AB-9E81-C5F2-B337CB626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13" y="3883397"/>
            <a:ext cx="4859963" cy="1031910"/>
          </a:xfrm>
          <a:prstGeom prst="rect">
            <a:avLst/>
          </a:prstGeom>
        </p:spPr>
      </p:pic>
      <p:pic>
        <p:nvPicPr>
          <p:cNvPr id="12" name="图片 11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E7AF02BC-4415-0480-4E5F-870B068FA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313" y="5164855"/>
            <a:ext cx="4859963" cy="122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1308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6A9325-EF7E-5608-25A7-6D8E9C064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Feature Vectors to Semantic Error Patterns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B29B58-02D8-1F20-626B-B0C2A5A65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0805" y="2545801"/>
            <a:ext cx="2172194" cy="3552844"/>
          </a:xfrm>
        </p:spPr>
        <p:txBody>
          <a:bodyPr/>
          <a:lstStyle/>
          <a:p>
            <a:r>
              <a:rPr lang="en-US" sz="1800"/>
              <a:t>Object-level Mimicry (~50%)</a:t>
            </a:r>
          </a:p>
          <a:p>
            <a:r>
              <a:rPr lang="en-US" sz="1800"/>
              <a:t>Color-only Shortcut</a:t>
            </a: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66D9F2AE-D046-99D2-FA32-A80E0D7D6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70" y="2285999"/>
            <a:ext cx="6252359" cy="2192306"/>
          </a:xfrm>
          <a:prstGeom prst="rect">
            <a:avLst/>
          </a:prstGeom>
        </p:spPr>
      </p:pic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9F4B228C-F750-548D-6F7E-3E4833CF1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69" y="4478305"/>
            <a:ext cx="6252359" cy="198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6842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567817-0171-898D-9360-8910905B0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Object-level Mimicry</a:t>
            </a:r>
            <a:endParaRPr lang="en-DE"/>
          </a:p>
        </p:txBody>
      </p:sp>
      <p:pic>
        <p:nvPicPr>
          <p:cNvPr id="5" name="内容占位符 4" descr="图片包含 形状&#10;&#10;AI 生成的内容可能不正确。">
            <a:extLst>
              <a:ext uri="{FF2B5EF4-FFF2-40B4-BE49-F238E27FC236}">
                <a16:creationId xmlns:a16="http://schemas.microsoft.com/office/drawing/2014/main" id="{D74AB857-3EF4-C4B7-90F9-A704A6901A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39" y="2076200"/>
            <a:ext cx="4354287" cy="4354287"/>
          </a:xfrm>
        </p:spPr>
      </p:pic>
      <p:pic>
        <p:nvPicPr>
          <p:cNvPr id="7" name="图片 6" descr="一些绿色的植物&#10;&#10;AI 生成的内容可能不正确。">
            <a:extLst>
              <a:ext uri="{FF2B5EF4-FFF2-40B4-BE49-F238E27FC236}">
                <a16:creationId xmlns:a16="http://schemas.microsoft.com/office/drawing/2014/main" id="{70DB3DE4-196D-D49D-72FE-BAB4C911B5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626" y="2072239"/>
            <a:ext cx="4354287" cy="4354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7904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2763CD-7D95-731F-766D-49CFF70C8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Color-only Shortcut</a:t>
            </a:r>
          </a:p>
        </p:txBody>
      </p:sp>
      <p:pic>
        <p:nvPicPr>
          <p:cNvPr id="13" name="图片 12" descr="绘画里站着许多人&#10;&#10;AI 生成的内容可能不正确。">
            <a:extLst>
              <a:ext uri="{FF2B5EF4-FFF2-40B4-BE49-F238E27FC236}">
                <a16:creationId xmlns:a16="http://schemas.microsoft.com/office/drawing/2014/main" id="{1CC16086-C04A-C906-E7CE-579C0CA5F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1" y="2038597"/>
            <a:ext cx="4418679" cy="4418679"/>
          </a:xfrm>
          <a:prstGeom prst="rect">
            <a:avLst/>
          </a:prstGeom>
        </p:spPr>
      </p:pic>
      <p:pic>
        <p:nvPicPr>
          <p:cNvPr id="16" name="内容占位符 15" descr="图片包含 不同, 照片, 充满, 袋子&#10;&#10;AI 生成的内容可能不正确。">
            <a:extLst>
              <a:ext uri="{FF2B5EF4-FFF2-40B4-BE49-F238E27FC236}">
                <a16:creationId xmlns:a16="http://schemas.microsoft.com/office/drawing/2014/main" id="{8CD305B0-A419-8B90-2B45-3A2A32C84A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12" y="2038596"/>
            <a:ext cx="4418679" cy="4418679"/>
          </a:xfrm>
        </p:spPr>
      </p:pic>
    </p:spTree>
    <p:extLst>
      <p:ext uri="{BB962C8B-B14F-4D97-AF65-F5344CB8AC3E}">
        <p14:creationId xmlns:p14="http://schemas.microsoft.com/office/powerpoint/2010/main" val="25419127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E2E906-9FC0-F6BD-7C35-E1448A371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/ Unclear</a:t>
            </a:r>
          </a:p>
        </p:txBody>
      </p:sp>
      <p:pic>
        <p:nvPicPr>
          <p:cNvPr id="13" name="内容占位符 12" descr="图片包含 应用程序&#10;&#10;AI 生成的内容可能不正确。">
            <a:extLst>
              <a:ext uri="{FF2B5EF4-FFF2-40B4-BE49-F238E27FC236}">
                <a16:creationId xmlns:a16="http://schemas.microsoft.com/office/drawing/2014/main" id="{7FF68122-46C2-C18E-BACB-97B4A1F881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154" y="2286000"/>
            <a:ext cx="3307278" cy="3307278"/>
          </a:xfrm>
        </p:spPr>
      </p:pic>
      <p:pic>
        <p:nvPicPr>
          <p:cNvPr id="15" name="图片 14" descr="在岩石上&#10;&#10;AI 生成的内容可能不正确。">
            <a:extLst>
              <a:ext uri="{FF2B5EF4-FFF2-40B4-BE49-F238E27FC236}">
                <a16:creationId xmlns:a16="http://schemas.microsoft.com/office/drawing/2014/main" id="{4147DE27-AAB4-0EBA-0C22-B182BB697E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05" y="2286000"/>
            <a:ext cx="5462649" cy="409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90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9666DA-B672-AA1B-93ED-20BC323B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Insights from Explainable Error Analysis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12540D-53B1-9F4C-317F-25BADD7AE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Key Takeaways</a:t>
            </a:r>
            <a:endParaRPr lang="en-US"/>
          </a:p>
          <a:p>
            <a:pPr lvl="1"/>
            <a:r>
              <a:rPr lang="en-US"/>
              <a:t>Grad-CAM reveals that high-confidence errors are </a:t>
            </a:r>
            <a:r>
              <a:rPr lang="en-US" b="1"/>
              <a:t>systematic</a:t>
            </a:r>
            <a:r>
              <a:rPr lang="en-US"/>
              <a:t>, not random</a:t>
            </a:r>
          </a:p>
          <a:p>
            <a:pPr lvl="1"/>
            <a:r>
              <a:rPr lang="en-US"/>
              <a:t>Most errors can be explained by a small number of </a:t>
            </a:r>
            <a:r>
              <a:rPr lang="en-US" b="1"/>
              <a:t>semantic visual patterns</a:t>
            </a:r>
            <a:endParaRPr lang="en-US"/>
          </a:p>
          <a:p>
            <a:pPr lvl="1"/>
            <a:r>
              <a:rPr lang="en-US"/>
              <a:t>The model relies on </a:t>
            </a:r>
            <a:r>
              <a:rPr lang="en-US" b="1"/>
              <a:t>visual shortcuts</a:t>
            </a:r>
            <a:r>
              <a:rPr lang="en-US"/>
              <a:t>, especially for the class </a:t>
            </a:r>
            <a:r>
              <a:rPr lang="en-US" i="1" err="1"/>
              <a:t>wooden_spoon</a:t>
            </a:r>
            <a:endParaRPr lang="en-US"/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421722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2DD723-55B7-4142-AF1F-3EE376D4A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Work and Next Steps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FAA829-853E-B196-EFBC-1C8383174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Future Work</a:t>
            </a:r>
            <a:endParaRPr lang="en-US"/>
          </a:p>
          <a:p>
            <a:pPr lvl="1"/>
            <a:r>
              <a:rPr lang="en-US"/>
              <a:t>Validate semantic error patterns across different models</a:t>
            </a:r>
          </a:p>
          <a:p>
            <a:pPr lvl="1"/>
            <a:r>
              <a:rPr lang="en-US"/>
              <a:t>Mitigate shortcut behavior through data-level interventions</a:t>
            </a:r>
          </a:p>
          <a:p>
            <a:pPr lvl="1"/>
            <a:r>
              <a:rPr lang="en-US"/>
              <a:t>Combine explainability with quantitative robustness evaluation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30980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3C21C6-741A-8753-7E30-AFB4EB0FD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Grad-CAM Insights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500E80-55C1-0DDB-53A3-D627B2AC0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Observation</a:t>
            </a:r>
            <a:endParaRPr lang="en-US"/>
          </a:p>
          <a:p>
            <a:pPr lvl="1"/>
            <a:r>
              <a:rPr lang="en-US"/>
              <a:t>Attention focuses on:</a:t>
            </a:r>
          </a:p>
          <a:p>
            <a:pPr lvl="2"/>
            <a:r>
              <a:rPr lang="en-US"/>
              <a:t>wooden textures</a:t>
            </a:r>
          </a:p>
          <a:p>
            <a:pPr lvl="2"/>
            <a:r>
              <a:rPr lang="en-US"/>
              <a:t>elongated shapes</a:t>
            </a:r>
          </a:p>
          <a:p>
            <a:pPr lvl="2"/>
            <a:r>
              <a:rPr lang="en-US"/>
              <a:t>background regions</a:t>
            </a:r>
          </a:p>
          <a:p>
            <a:pPr marL="0" indent="0">
              <a:buNone/>
            </a:pPr>
            <a:r>
              <a:rPr lang="en-US" b="1"/>
              <a:t>Interpretation</a:t>
            </a:r>
            <a:endParaRPr lang="en-US"/>
          </a:p>
          <a:p>
            <a:pPr lvl="1"/>
            <a:r>
              <a:rPr lang="en-US"/>
              <a:t>Shortcut / texture bias</a:t>
            </a:r>
          </a:p>
          <a:p>
            <a:pPr lvl="1"/>
            <a:r>
              <a:rPr lang="en-US"/>
              <a:t>Overgeneralization of </a:t>
            </a:r>
            <a:r>
              <a:rPr lang="en-US" err="1"/>
              <a:t>wooden_spoon</a:t>
            </a:r>
            <a:r>
              <a:rPr lang="en-US"/>
              <a:t> features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153005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500E24-B2B0-9922-33CC-3426B5B96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Reflection, Trust &amp; Next Steps</a:t>
            </a:r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347619-906E-68A1-FC2A-515FCFE73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Reflection</a:t>
            </a:r>
            <a:endParaRPr lang="en-US"/>
          </a:p>
          <a:p>
            <a:pPr lvl="1"/>
            <a:r>
              <a:rPr lang="en-US"/>
              <a:t>Accuracy ≠ reliability</a:t>
            </a:r>
          </a:p>
          <a:p>
            <a:pPr lvl="1"/>
            <a:r>
              <a:rPr lang="en-US"/>
              <a:t>Explainability changes how we trust models</a:t>
            </a:r>
          </a:p>
          <a:p>
            <a:pPr marL="0" indent="0">
              <a:buNone/>
            </a:pPr>
            <a:r>
              <a:rPr lang="en-US" b="1"/>
              <a:t>Next Steps</a:t>
            </a:r>
            <a:endParaRPr lang="en-US"/>
          </a:p>
          <a:p>
            <a:pPr lvl="1"/>
            <a:r>
              <a:rPr lang="en-US"/>
              <a:t>Cross-model comparison</a:t>
            </a:r>
          </a:p>
          <a:p>
            <a:pPr lvl="1"/>
            <a:r>
              <a:rPr lang="en-US"/>
              <a:t>Calibration checks</a:t>
            </a:r>
          </a:p>
          <a:p>
            <a:pPr lvl="1"/>
            <a:r>
              <a:rPr lang="en-US"/>
              <a:t>Data diversity</a:t>
            </a: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833232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4E3E51-ED61-8619-0855-2B2816C9C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C929F4-53F5-4B51-574B-B2D43FF3D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298951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4931B6-F904-BBF0-EE2D-D1D7E88A9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9E89CD-3B03-7352-D256-DE4A2AD65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568333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5F6B2A-76E9-8C9E-3644-C1A531C95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FC90A6-E8DD-213F-37CB-4E0245FB8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FC4A9F57-FFD9-8727-CCC2-9904D8B08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709" y="2546727"/>
            <a:ext cx="7399877" cy="359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090224"/>
      </p:ext>
    </p:extLst>
  </p:cSld>
  <p:clrMapOvr>
    <a:masterClrMapping/>
  </p:clrMapOvr>
</p:sld>
</file>

<file path=ppt/theme/theme1.xml><?xml version="1.0" encoding="utf-8"?>
<a:theme xmlns:a="http://schemas.openxmlformats.org/drawingml/2006/main" name="Vorlage_ohne_Titelbild_deutsch">
  <a:themeElements>
    <a:clrScheme name="ub-cd-neu-v2-4 1">
      <a:dk1>
        <a:srgbClr val="000000"/>
      </a:dk1>
      <a:lt1>
        <a:srgbClr val="C8D0E2"/>
      </a:lt1>
      <a:dk2>
        <a:srgbClr val="00457D"/>
      </a:dk2>
      <a:lt2>
        <a:srgbClr val="808080"/>
      </a:lt2>
      <a:accent1>
        <a:srgbClr val="5D7FAA"/>
      </a:accent1>
      <a:accent2>
        <a:srgbClr val="97BF0D"/>
      </a:accent2>
      <a:accent3>
        <a:srgbClr val="E0E4EE"/>
      </a:accent3>
      <a:accent4>
        <a:srgbClr val="000000"/>
      </a:accent4>
      <a:accent5>
        <a:srgbClr val="B6C0D2"/>
      </a:accent5>
      <a:accent6>
        <a:srgbClr val="88AD0B"/>
      </a:accent6>
      <a:hlink>
        <a:srgbClr val="92A5C5"/>
      </a:hlink>
      <a:folHlink>
        <a:srgbClr val="C6D982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ub-cd-neu-v2-4 1">
        <a:dk1>
          <a:srgbClr val="000000"/>
        </a:dk1>
        <a:lt1>
          <a:srgbClr val="C8D0E2"/>
        </a:lt1>
        <a:dk2>
          <a:srgbClr val="00457D"/>
        </a:dk2>
        <a:lt2>
          <a:srgbClr val="808080"/>
        </a:lt2>
        <a:accent1>
          <a:srgbClr val="5D7FAA"/>
        </a:accent1>
        <a:accent2>
          <a:srgbClr val="97BF0D"/>
        </a:accent2>
        <a:accent3>
          <a:srgbClr val="E0E4EE"/>
        </a:accent3>
        <a:accent4>
          <a:srgbClr val="000000"/>
        </a:accent4>
        <a:accent5>
          <a:srgbClr val="B6C0D2"/>
        </a:accent5>
        <a:accent6>
          <a:srgbClr val="88AD0B"/>
        </a:accent6>
        <a:hlink>
          <a:srgbClr val="92A5C5"/>
        </a:hlink>
        <a:folHlink>
          <a:srgbClr val="C6D98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b-cd-neu-v2-4 2">
        <a:dk1>
          <a:srgbClr val="000000"/>
        </a:dk1>
        <a:lt1>
          <a:srgbClr val="C8D0E2"/>
        </a:lt1>
        <a:dk2>
          <a:srgbClr val="00457D"/>
        </a:dk2>
        <a:lt2>
          <a:srgbClr val="808080"/>
        </a:lt2>
        <a:accent1>
          <a:srgbClr val="5D7FAA"/>
        </a:accent1>
        <a:accent2>
          <a:srgbClr val="FFD300"/>
        </a:accent2>
        <a:accent3>
          <a:srgbClr val="E0E4EE"/>
        </a:accent3>
        <a:accent4>
          <a:srgbClr val="000000"/>
        </a:accent4>
        <a:accent5>
          <a:srgbClr val="B6C0D2"/>
        </a:accent5>
        <a:accent6>
          <a:srgbClr val="E7BF00"/>
        </a:accent6>
        <a:hlink>
          <a:srgbClr val="92A5C5"/>
        </a:hlink>
        <a:folHlink>
          <a:srgbClr val="FFE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b-cd-neu-v2-4 3">
        <a:dk1>
          <a:srgbClr val="000000"/>
        </a:dk1>
        <a:lt1>
          <a:srgbClr val="C8D0E2"/>
        </a:lt1>
        <a:dk2>
          <a:srgbClr val="00457D"/>
        </a:dk2>
        <a:lt2>
          <a:srgbClr val="808080"/>
        </a:lt2>
        <a:accent1>
          <a:srgbClr val="5D7FAA"/>
        </a:accent1>
        <a:accent2>
          <a:srgbClr val="E6444F"/>
        </a:accent2>
        <a:accent3>
          <a:srgbClr val="E0E4EE"/>
        </a:accent3>
        <a:accent4>
          <a:srgbClr val="000000"/>
        </a:accent4>
        <a:accent5>
          <a:srgbClr val="B6C0D2"/>
        </a:accent5>
        <a:accent6>
          <a:srgbClr val="D03D47"/>
        </a:accent6>
        <a:hlink>
          <a:srgbClr val="92A5C5"/>
        </a:hlink>
        <a:folHlink>
          <a:srgbClr val="F1998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b-cd-neu-v2-4 4">
        <a:dk1>
          <a:srgbClr val="000000"/>
        </a:dk1>
        <a:lt1>
          <a:srgbClr val="C8D0E2"/>
        </a:lt1>
        <a:dk2>
          <a:srgbClr val="00457D"/>
        </a:dk2>
        <a:lt2>
          <a:srgbClr val="808080"/>
        </a:lt2>
        <a:accent1>
          <a:srgbClr val="5D7FAA"/>
        </a:accent1>
        <a:accent2>
          <a:srgbClr val="878783"/>
        </a:accent2>
        <a:accent3>
          <a:srgbClr val="E0E4EE"/>
        </a:accent3>
        <a:accent4>
          <a:srgbClr val="000000"/>
        </a:accent4>
        <a:accent5>
          <a:srgbClr val="B6C0D2"/>
        </a:accent5>
        <a:accent6>
          <a:srgbClr val="7A7A76"/>
        </a:accent6>
        <a:hlink>
          <a:srgbClr val="92A5C5"/>
        </a:hlink>
        <a:folHlink>
          <a:srgbClr val="B9BA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b-cd-neu-v2-4 5">
        <a:dk1>
          <a:srgbClr val="000000"/>
        </a:dk1>
        <a:lt1>
          <a:srgbClr val="C8D0E2"/>
        </a:lt1>
        <a:dk2>
          <a:srgbClr val="00457D"/>
        </a:dk2>
        <a:lt2>
          <a:srgbClr val="808080"/>
        </a:lt2>
        <a:accent1>
          <a:srgbClr val="5D7FAA"/>
        </a:accent1>
        <a:accent2>
          <a:srgbClr val="00457D"/>
        </a:accent2>
        <a:accent3>
          <a:srgbClr val="E0E4EE"/>
        </a:accent3>
        <a:accent4>
          <a:srgbClr val="000000"/>
        </a:accent4>
        <a:accent5>
          <a:srgbClr val="B6C0D2"/>
        </a:accent5>
        <a:accent6>
          <a:srgbClr val="003E71"/>
        </a:accent6>
        <a:hlink>
          <a:srgbClr val="92A5C5"/>
        </a:hlink>
        <a:folHlink>
          <a:srgbClr val="C8D0E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Vorlage_ohne_Titelbild_deutsch</Template>
  <Application>Microsoft Office PowerPoint</Application>
  <PresentationFormat>On-screen Show (4:3)</PresentationFormat>
  <Slides>35</Slides>
  <Notes>2</Notes>
  <HiddenSlides>5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Vorlage_ohne_Titelbild_deutsch</vt:lpstr>
      <vt:lpstr>From Accuracy to Explainability: Understanding CNN Errors with xAI</vt:lpstr>
      <vt:lpstr>Presentation Outline</vt:lpstr>
      <vt:lpstr>CNN Model Setup</vt:lpstr>
      <vt:lpstr>Dataset Overview: ImageNet Subset (10 Household Object Classes)</vt:lpstr>
      <vt:lpstr>Stage 1: Baseline Model Construction. </vt:lpstr>
      <vt:lpstr>Baseline Results: Accuracy Comparison</vt:lpstr>
      <vt:lpstr>Plausible Interpretations of Baseline Results</vt:lpstr>
      <vt:lpstr>From Performance to Explainability</vt:lpstr>
      <vt:lpstr>Why Sample-Level Analysis?</vt:lpstr>
      <vt:lpstr>From Performance Drop to Sample-Level Analysis</vt:lpstr>
      <vt:lpstr>Sample-Level Difficulty Analysis</vt:lpstr>
      <vt:lpstr>Error Confidence Distributions</vt:lpstr>
      <vt:lpstr>Error Confidence Distributions Differ Across Models</vt:lpstr>
      <vt:lpstr>Focused confusion on high-confidence wrong</vt:lpstr>
      <vt:lpstr>From Error Statistics to Visual Explanation</vt:lpstr>
      <vt:lpstr>Interim Summary: What We Learned So Far</vt:lpstr>
      <vt:lpstr>Visual Explanation with Grad-CAM</vt:lpstr>
      <vt:lpstr>Behavior-Driven Sample Selection for Cross-Model Comparison</vt:lpstr>
      <vt:lpstr>Why Eight Comparisons?</vt:lpstr>
      <vt:lpstr>Why Eight Comparisons?</vt:lpstr>
      <vt:lpstr>PowerPoint Presentation</vt:lpstr>
      <vt:lpstr>Shared High-Confidence Errors as a Starting Point</vt:lpstr>
      <vt:lpstr>Initial Grad-CAM Observations</vt:lpstr>
      <vt:lpstr>Structuring Grad-CAM Insights into Interpretable Features</vt:lpstr>
      <vt:lpstr>From Feature Vectors to Semantic Error Patterns</vt:lpstr>
      <vt:lpstr>Object-level Mimicry</vt:lpstr>
      <vt:lpstr>Color-only Shortcut</vt:lpstr>
      <vt:lpstr>Other / Unclear</vt:lpstr>
      <vt:lpstr>Key Insights from Explainable Error Analysis</vt:lpstr>
      <vt:lpstr>Future Work and Next Steps</vt:lpstr>
      <vt:lpstr>Grad-CAM Insights</vt:lpstr>
      <vt:lpstr>Reflection, Trust &amp; Next Steps</vt:lpstr>
      <vt:lpstr>PowerPoint Presentation</vt:lpstr>
      <vt:lpstr>PowerPoint Presentation</vt:lpstr>
      <vt:lpstr>PowerPoint Presentation</vt:lpstr>
    </vt:vector>
  </TitlesOfParts>
  <Company>Uni-Bamberg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Universität Bamberg</dc:creator>
  <cp:revision>1</cp:revision>
  <dcterms:created xsi:type="dcterms:W3CDTF">2013-05-16T15:49:26Z</dcterms:created>
  <dcterms:modified xsi:type="dcterms:W3CDTF">2026-01-19T11:45:42Z</dcterms:modified>
</cp:coreProperties>
</file>