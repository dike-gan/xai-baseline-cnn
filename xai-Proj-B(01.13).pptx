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8" r:id="rId4"/>
    <p:sldId id="279" r:id="rId5"/>
    <p:sldId id="258" r:id="rId6"/>
    <p:sldId id="261" r:id="rId7"/>
    <p:sldId id="262" r:id="rId8"/>
    <p:sldId id="263" r:id="rId9"/>
    <p:sldId id="273" r:id="rId10"/>
    <p:sldId id="265" r:id="rId11"/>
    <p:sldId id="266" r:id="rId12"/>
    <p:sldId id="274" r:id="rId13"/>
    <p:sldId id="276" r:id="rId14"/>
    <p:sldId id="277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7A"/>
    <a:srgbClr val="2C5884"/>
    <a:srgbClr val="3366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84637-13F6-5992-BFB7-64508D1599C5}" v="2" dt="2026-01-12T17:08:05.800"/>
    <p1510:client id="{757F05C1-CC6A-BED7-9554-45AA5AEE7063}" v="2" dt="2026-01-12T16:04:00.007"/>
    <p1510:client id="{C02B7916-6EFD-4436-9C4E-4BD873DFDC7B}" v="131" dt="2026-01-12T09:26:44.513"/>
    <p1510:client id="{F7A5353A-30DC-129A-E6A6-A2E65A95B646}" v="68" dt="2026-01-12T16:35:06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benutzer" userId="S::urn:spo:tenantanon#7067dcf2-8803-4ec4-aad2-b3bc0a244640::" providerId="AD" clId="Web-{757F05C1-CC6A-BED7-9554-45AA5AEE7063}"/>
    <pc:docChg chg="addSld">
      <pc:chgData name="Gastbenutzer" userId="S::urn:spo:tenantanon#7067dcf2-8803-4ec4-aad2-b3bc0a244640::" providerId="AD" clId="Web-{757F05C1-CC6A-BED7-9554-45AA5AEE7063}" dt="2026-01-12T16:04:00.007" v="1"/>
      <pc:docMkLst>
        <pc:docMk/>
      </pc:docMkLst>
      <pc:sldChg chg="new">
        <pc:chgData name="Gastbenutzer" userId="S::urn:spo:tenantanon#7067dcf2-8803-4ec4-aad2-b3bc0a244640::" providerId="AD" clId="Web-{757F05C1-CC6A-BED7-9554-45AA5AEE7063}" dt="2026-01-12T16:03:57.694" v="0"/>
        <pc:sldMkLst>
          <pc:docMk/>
          <pc:sldMk cId="961704018" sldId="278"/>
        </pc:sldMkLst>
      </pc:sldChg>
      <pc:sldChg chg="new">
        <pc:chgData name="Gastbenutzer" userId="S::urn:spo:tenantanon#7067dcf2-8803-4ec4-aad2-b3bc0a244640::" providerId="AD" clId="Web-{757F05C1-CC6A-BED7-9554-45AA5AEE7063}" dt="2026-01-12T16:04:00.007" v="1"/>
        <pc:sldMkLst>
          <pc:docMk/>
          <pc:sldMk cId="1123596558" sldId="279"/>
        </pc:sldMkLst>
      </pc:sldChg>
    </pc:docChg>
  </pc:docChgLst>
  <pc:docChgLst>
    <pc:chgData name="Dike Gan" userId="1e31dd42-57c4-40f4-b2a2-244a1677b87d" providerId="ADAL" clId="{9889DAB6-4620-409A-A72F-1E03387EACB0}"/>
    <pc:docChg chg="undo custSel addSld delSld modSld">
      <pc:chgData name="Dike Gan" userId="1e31dd42-57c4-40f4-b2a2-244a1677b87d" providerId="ADAL" clId="{9889DAB6-4620-409A-A72F-1E03387EACB0}" dt="2026-01-12T09:26:44.513" v="191" actId="1076"/>
      <pc:docMkLst>
        <pc:docMk/>
      </pc:docMkLst>
      <pc:sldChg chg="addSp delSp modSp mod modClrScheme chgLayout">
        <pc:chgData name="Dike Gan" userId="1e31dd42-57c4-40f4-b2a2-244a1677b87d" providerId="ADAL" clId="{9889DAB6-4620-409A-A72F-1E03387EACB0}" dt="2026-01-12T06:00:56.628" v="71" actId="1076"/>
        <pc:sldMkLst>
          <pc:docMk/>
          <pc:sldMk cId="80806953" sldId="263"/>
        </pc:sldMkLst>
        <pc:spChg chg="mod">
          <ac:chgData name="Dike Gan" userId="1e31dd42-57c4-40f4-b2a2-244a1677b87d" providerId="ADAL" clId="{9889DAB6-4620-409A-A72F-1E03387EACB0}" dt="2026-01-12T05:59:56.860" v="56" actId="26606"/>
          <ac:spMkLst>
            <pc:docMk/>
            <pc:sldMk cId="80806953" sldId="263"/>
            <ac:spMk id="2" creationId="{31BE65F1-74B0-C420-91BD-C6DB9A9B8E28}"/>
          </ac:spMkLst>
        </pc:spChg>
        <pc:spChg chg="mod ord">
          <ac:chgData name="Dike Gan" userId="1e31dd42-57c4-40f4-b2a2-244a1677b87d" providerId="ADAL" clId="{9889DAB6-4620-409A-A72F-1E03387EACB0}" dt="2026-01-12T06:00:23.066" v="62" actId="20577"/>
          <ac:spMkLst>
            <pc:docMk/>
            <pc:sldMk cId="80806953" sldId="263"/>
            <ac:spMk id="3" creationId="{EFF5261E-D461-444A-025D-8D65D1D67BA4}"/>
          </ac:spMkLst>
        </pc:spChg>
        <pc:spChg chg="add mod">
          <ac:chgData name="Dike Gan" userId="1e31dd42-57c4-40f4-b2a2-244a1677b87d" providerId="ADAL" clId="{9889DAB6-4620-409A-A72F-1E03387EACB0}" dt="2026-01-12T06:00:54.242" v="70" actId="1076"/>
          <ac:spMkLst>
            <pc:docMk/>
            <pc:sldMk cId="80806953" sldId="263"/>
            <ac:spMk id="10" creationId="{386849C8-351E-0C25-AF40-6C952AFBFC66}"/>
          </ac:spMkLst>
        </pc:spChg>
        <pc:spChg chg="add del mod">
          <ac:chgData name="Dike Gan" userId="1e31dd42-57c4-40f4-b2a2-244a1677b87d" providerId="ADAL" clId="{9889DAB6-4620-409A-A72F-1E03387EACB0}" dt="2026-01-12T05:58:25.232" v="36" actId="26606"/>
          <ac:spMkLst>
            <pc:docMk/>
            <pc:sldMk cId="80806953" sldId="263"/>
            <ac:spMk id="12" creationId="{18B0DB0B-6390-938A-B63D-C23F91F3F968}"/>
          </ac:spMkLst>
        </pc:spChg>
        <pc:spChg chg="add del mod">
          <ac:chgData name="Dike Gan" userId="1e31dd42-57c4-40f4-b2a2-244a1677b87d" providerId="ADAL" clId="{9889DAB6-4620-409A-A72F-1E03387EACB0}" dt="2026-01-12T05:58:25.232" v="36" actId="26606"/>
          <ac:spMkLst>
            <pc:docMk/>
            <pc:sldMk cId="80806953" sldId="263"/>
            <ac:spMk id="14" creationId="{FC67FB54-E124-DCA0-DEC4-553E9AB67D5B}"/>
          </ac:spMkLst>
        </pc:spChg>
        <pc:picChg chg="add del mod">
          <ac:chgData name="Dike Gan" userId="1e31dd42-57c4-40f4-b2a2-244a1677b87d" providerId="ADAL" clId="{9889DAB6-4620-409A-A72F-1E03387EACB0}" dt="2026-01-12T05:53:41.067" v="14" actId="21"/>
          <ac:picMkLst>
            <pc:docMk/>
            <pc:sldMk cId="80806953" sldId="263"/>
            <ac:picMk id="5" creationId="{2C30EBD9-B40A-F54A-A879-2EA688D23D87}"/>
          </ac:picMkLst>
        </pc:picChg>
        <pc:picChg chg="add del mod">
          <ac:chgData name="Dike Gan" userId="1e31dd42-57c4-40f4-b2a2-244a1677b87d" providerId="ADAL" clId="{9889DAB6-4620-409A-A72F-1E03387EACB0}" dt="2026-01-12T05:58:56.744" v="45" actId="478"/>
          <ac:picMkLst>
            <pc:docMk/>
            <pc:sldMk cId="80806953" sldId="263"/>
            <ac:picMk id="7" creationId="{790FEAC7-0E77-BB59-9167-4F4BBB3B112C}"/>
          </ac:picMkLst>
        </pc:picChg>
        <pc:picChg chg="add mod">
          <ac:chgData name="Dike Gan" userId="1e31dd42-57c4-40f4-b2a2-244a1677b87d" providerId="ADAL" clId="{9889DAB6-4620-409A-A72F-1E03387EACB0}" dt="2026-01-12T06:00:56.628" v="71" actId="1076"/>
          <ac:picMkLst>
            <pc:docMk/>
            <pc:sldMk cId="80806953" sldId="263"/>
            <ac:picMk id="9" creationId="{918B4CC4-8E7A-03E1-8712-812FDF92D978}"/>
          </ac:picMkLst>
        </pc:picChg>
      </pc:sldChg>
      <pc:sldChg chg="del mod modShow">
        <pc:chgData name="Dike Gan" userId="1e31dd42-57c4-40f4-b2a2-244a1677b87d" providerId="ADAL" clId="{9889DAB6-4620-409A-A72F-1E03387EACB0}" dt="2026-01-12T08:28:25.350" v="74" actId="2696"/>
        <pc:sldMkLst>
          <pc:docMk/>
          <pc:sldMk cId="3153130724" sldId="264"/>
        </pc:sldMkLst>
      </pc:sldChg>
      <pc:sldChg chg="modSp mod">
        <pc:chgData name="Dike Gan" userId="1e31dd42-57c4-40f4-b2a2-244a1677b87d" providerId="ADAL" clId="{9889DAB6-4620-409A-A72F-1E03387EACB0}" dt="2026-01-12T08:48:38.898" v="97" actId="1076"/>
        <pc:sldMkLst>
          <pc:docMk/>
          <pc:sldMk cId="378023840" sldId="266"/>
        </pc:sldMkLst>
        <pc:spChg chg="mod">
          <ac:chgData name="Dike Gan" userId="1e31dd42-57c4-40f4-b2a2-244a1677b87d" providerId="ADAL" clId="{9889DAB6-4620-409A-A72F-1E03387EACB0}" dt="2026-01-12T08:48:38.898" v="97" actId="1076"/>
          <ac:spMkLst>
            <pc:docMk/>
            <pc:sldMk cId="378023840" sldId="266"/>
            <ac:spMk id="3" creationId="{49224E5A-877E-5993-70ED-F9EDE2828405}"/>
          </ac:spMkLst>
        </pc:spChg>
      </pc:sldChg>
      <pc:sldChg chg="addSp delSp modSp new add del mod">
        <pc:chgData name="Dike Gan" userId="1e31dd42-57c4-40f4-b2a2-244a1677b87d" providerId="ADAL" clId="{9889DAB6-4620-409A-A72F-1E03387EACB0}" dt="2026-01-12T08:16:26.965" v="73" actId="47"/>
        <pc:sldMkLst>
          <pc:docMk/>
          <pc:sldMk cId="2036084947" sldId="273"/>
        </pc:sldMkLst>
        <pc:spChg chg="mod">
          <ac:chgData name="Dike Gan" userId="1e31dd42-57c4-40f4-b2a2-244a1677b87d" providerId="ADAL" clId="{9889DAB6-4620-409A-A72F-1E03387EACB0}" dt="2026-01-12T05:53:50.911" v="16" actId="26606"/>
          <ac:spMkLst>
            <pc:docMk/>
            <pc:sldMk cId="2036084947" sldId="273"/>
            <ac:spMk id="2" creationId="{15485370-2ED5-27BF-1CE7-1923C08DB8F8}"/>
          </ac:spMkLst>
        </pc:spChg>
        <pc:spChg chg="del">
          <ac:chgData name="Dike Gan" userId="1e31dd42-57c4-40f4-b2a2-244a1677b87d" providerId="ADAL" clId="{9889DAB6-4620-409A-A72F-1E03387EACB0}" dt="2026-01-12T05:53:43.402" v="15"/>
          <ac:spMkLst>
            <pc:docMk/>
            <pc:sldMk cId="2036084947" sldId="273"/>
            <ac:spMk id="3" creationId="{A64F7A98-44D8-A5CD-73AD-C788C43DC383}"/>
          </ac:spMkLst>
        </pc:spChg>
        <pc:picChg chg="add mod">
          <ac:chgData name="Dike Gan" userId="1e31dd42-57c4-40f4-b2a2-244a1677b87d" providerId="ADAL" clId="{9889DAB6-4620-409A-A72F-1E03387EACB0}" dt="2026-01-12T05:54:21.495" v="21" actId="14100"/>
          <ac:picMkLst>
            <pc:docMk/>
            <pc:sldMk cId="2036084947" sldId="273"/>
            <ac:picMk id="5" creationId="{2C30EBD9-B40A-F54A-A879-2EA688D23D87}"/>
          </ac:picMkLst>
        </pc:picChg>
      </pc:sldChg>
      <pc:sldChg chg="addSp delSp modSp new mod">
        <pc:chgData name="Dike Gan" userId="1e31dd42-57c4-40f4-b2a2-244a1677b87d" providerId="ADAL" clId="{9889DAB6-4620-409A-A72F-1E03387EACB0}" dt="2026-01-12T09:21:23.739" v="121" actId="14100"/>
        <pc:sldMkLst>
          <pc:docMk/>
          <pc:sldMk cId="2374543981" sldId="274"/>
        </pc:sldMkLst>
        <pc:spChg chg="mod">
          <ac:chgData name="Dike Gan" userId="1e31dd42-57c4-40f4-b2a2-244a1677b87d" providerId="ADAL" clId="{9889DAB6-4620-409A-A72F-1E03387EACB0}" dt="2026-01-12T09:19:56.810" v="103" actId="20577"/>
          <ac:spMkLst>
            <pc:docMk/>
            <pc:sldMk cId="2374543981" sldId="274"/>
            <ac:spMk id="2" creationId="{AF527941-E93C-F48D-FDF9-46EC329555E0}"/>
          </ac:spMkLst>
        </pc:spChg>
        <pc:spChg chg="del">
          <ac:chgData name="Dike Gan" userId="1e31dd42-57c4-40f4-b2a2-244a1677b87d" providerId="ADAL" clId="{9889DAB6-4620-409A-A72F-1E03387EACB0}" dt="2026-01-12T09:20:21.602" v="104"/>
          <ac:spMkLst>
            <pc:docMk/>
            <pc:sldMk cId="2374543981" sldId="274"/>
            <ac:spMk id="3" creationId="{A78191A8-8C89-9E7A-66D6-96C8A9880D58}"/>
          </ac:spMkLst>
        </pc:spChg>
        <pc:spChg chg="add del mod">
          <ac:chgData name="Dike Gan" userId="1e31dd42-57c4-40f4-b2a2-244a1677b87d" providerId="ADAL" clId="{9889DAB6-4620-409A-A72F-1E03387EACB0}" dt="2026-01-12T09:20:39.166" v="106"/>
          <ac:spMkLst>
            <pc:docMk/>
            <pc:sldMk cId="2374543981" sldId="274"/>
            <ac:spMk id="6" creationId="{53A578CC-AB87-758A-5591-7C5C8FE8EA8E}"/>
          </ac:spMkLst>
        </pc:spChg>
        <pc:picChg chg="add del mod">
          <ac:chgData name="Dike Gan" userId="1e31dd42-57c4-40f4-b2a2-244a1677b87d" providerId="ADAL" clId="{9889DAB6-4620-409A-A72F-1E03387EACB0}" dt="2026-01-12T09:20:24.189" v="105" actId="478"/>
          <ac:picMkLst>
            <pc:docMk/>
            <pc:sldMk cId="2374543981" sldId="274"/>
            <ac:picMk id="5" creationId="{B6CDCE55-6BF3-ED00-4B64-BC4E10A6C4F1}"/>
          </ac:picMkLst>
        </pc:picChg>
        <pc:picChg chg="add mod">
          <ac:chgData name="Dike Gan" userId="1e31dd42-57c4-40f4-b2a2-244a1677b87d" providerId="ADAL" clId="{9889DAB6-4620-409A-A72F-1E03387EACB0}" dt="2026-01-12T09:21:23.739" v="121" actId="14100"/>
          <ac:picMkLst>
            <pc:docMk/>
            <pc:sldMk cId="2374543981" sldId="274"/>
            <ac:picMk id="8" creationId="{0281830F-4299-79B3-A6E4-94D6980AEE63}"/>
          </ac:picMkLst>
        </pc:picChg>
        <pc:picChg chg="add mod">
          <ac:chgData name="Dike Gan" userId="1e31dd42-57c4-40f4-b2a2-244a1677b87d" providerId="ADAL" clId="{9889DAB6-4620-409A-A72F-1E03387EACB0}" dt="2026-01-12T09:21:18.614" v="119" actId="14100"/>
          <ac:picMkLst>
            <pc:docMk/>
            <pc:sldMk cId="2374543981" sldId="274"/>
            <ac:picMk id="10" creationId="{597C606B-F20A-178B-14F0-1B8B2540FD53}"/>
          </ac:picMkLst>
        </pc:picChg>
      </pc:sldChg>
      <pc:sldChg chg="addSp delSp modSp new del">
        <pc:chgData name="Dike Gan" userId="1e31dd42-57c4-40f4-b2a2-244a1677b87d" providerId="ADAL" clId="{9889DAB6-4620-409A-A72F-1E03387EACB0}" dt="2026-01-12T09:25:11.108" v="154" actId="2696"/>
        <pc:sldMkLst>
          <pc:docMk/>
          <pc:sldMk cId="1372225479" sldId="275"/>
        </pc:sldMkLst>
        <pc:spChg chg="mod">
          <ac:chgData name="Dike Gan" userId="1e31dd42-57c4-40f4-b2a2-244a1677b87d" providerId="ADAL" clId="{9889DAB6-4620-409A-A72F-1E03387EACB0}" dt="2026-01-12T09:21:53.670" v="123"/>
          <ac:spMkLst>
            <pc:docMk/>
            <pc:sldMk cId="1372225479" sldId="275"/>
            <ac:spMk id="2" creationId="{ED801A10-194F-BD86-0268-2BC7C2F69A17}"/>
          </ac:spMkLst>
        </pc:spChg>
        <pc:spChg chg="del">
          <ac:chgData name="Dike Gan" userId="1e31dd42-57c4-40f4-b2a2-244a1677b87d" providerId="ADAL" clId="{9889DAB6-4620-409A-A72F-1E03387EACB0}" dt="2026-01-12T09:22:07.229" v="124"/>
          <ac:spMkLst>
            <pc:docMk/>
            <pc:sldMk cId="1372225479" sldId="275"/>
            <ac:spMk id="3" creationId="{5DD56736-8EEC-5243-5966-F084B770AA67}"/>
          </ac:spMkLst>
        </pc:spChg>
        <pc:picChg chg="add mod">
          <ac:chgData name="Dike Gan" userId="1e31dd42-57c4-40f4-b2a2-244a1677b87d" providerId="ADAL" clId="{9889DAB6-4620-409A-A72F-1E03387EACB0}" dt="2026-01-12T09:22:16.667" v="129" actId="1076"/>
          <ac:picMkLst>
            <pc:docMk/>
            <pc:sldMk cId="1372225479" sldId="275"/>
            <ac:picMk id="5" creationId="{E24D2BE2-5EB2-7DC3-4F35-DDB6E44D2FCB}"/>
          </ac:picMkLst>
        </pc:picChg>
      </pc:sldChg>
      <pc:sldChg chg="addSp delSp modSp new mod">
        <pc:chgData name="Dike Gan" userId="1e31dd42-57c4-40f4-b2a2-244a1677b87d" providerId="ADAL" clId="{9889DAB6-4620-409A-A72F-1E03387EACB0}" dt="2026-01-12T09:24:24.512" v="153" actId="14100"/>
        <pc:sldMkLst>
          <pc:docMk/>
          <pc:sldMk cId="1603647186" sldId="276"/>
        </pc:sldMkLst>
        <pc:spChg chg="mod">
          <ac:chgData name="Dike Gan" userId="1e31dd42-57c4-40f4-b2a2-244a1677b87d" providerId="ADAL" clId="{9889DAB6-4620-409A-A72F-1E03387EACB0}" dt="2026-01-12T09:23:58.152" v="141" actId="20577"/>
          <ac:spMkLst>
            <pc:docMk/>
            <pc:sldMk cId="1603647186" sldId="276"/>
            <ac:spMk id="2" creationId="{F230B2D5-DF92-6AF3-DBAB-AA27DDE5E89E}"/>
          </ac:spMkLst>
        </pc:spChg>
        <pc:spChg chg="del">
          <ac:chgData name="Dike Gan" userId="1e31dd42-57c4-40f4-b2a2-244a1677b87d" providerId="ADAL" clId="{9889DAB6-4620-409A-A72F-1E03387EACB0}" dt="2026-01-12T09:24:04.327" v="142"/>
          <ac:spMkLst>
            <pc:docMk/>
            <pc:sldMk cId="1603647186" sldId="276"/>
            <ac:spMk id="3" creationId="{4F2EF971-82F6-6443-A4EC-7903A8DDD7B6}"/>
          </ac:spMkLst>
        </pc:spChg>
        <pc:picChg chg="add mod">
          <ac:chgData name="Dike Gan" userId="1e31dd42-57c4-40f4-b2a2-244a1677b87d" providerId="ADAL" clId="{9889DAB6-4620-409A-A72F-1E03387EACB0}" dt="2026-01-12T09:24:24.512" v="153" actId="14100"/>
          <ac:picMkLst>
            <pc:docMk/>
            <pc:sldMk cId="1603647186" sldId="276"/>
            <ac:picMk id="5" creationId="{C1CF8096-BA59-9F51-6B9A-EC6ABC0689DB}"/>
          </ac:picMkLst>
        </pc:picChg>
        <pc:picChg chg="add mod">
          <ac:chgData name="Dike Gan" userId="1e31dd42-57c4-40f4-b2a2-244a1677b87d" providerId="ADAL" clId="{9889DAB6-4620-409A-A72F-1E03387EACB0}" dt="2026-01-12T09:24:18.199" v="151" actId="14100"/>
          <ac:picMkLst>
            <pc:docMk/>
            <pc:sldMk cId="1603647186" sldId="276"/>
            <ac:picMk id="7" creationId="{B3AD1B07-27E9-4E0A-6092-3CE7DE713AAC}"/>
          </ac:picMkLst>
        </pc:picChg>
      </pc:sldChg>
      <pc:sldChg chg="addSp delSp modSp add mod">
        <pc:chgData name="Dike Gan" userId="1e31dd42-57c4-40f4-b2a2-244a1677b87d" providerId="ADAL" clId="{9889DAB6-4620-409A-A72F-1E03387EACB0}" dt="2026-01-12T09:26:44.513" v="191" actId="1076"/>
        <pc:sldMkLst>
          <pc:docMk/>
          <pc:sldMk cId="864917224" sldId="277"/>
        </pc:sldMkLst>
        <pc:spChg chg="mod">
          <ac:chgData name="Dike Gan" userId="1e31dd42-57c4-40f4-b2a2-244a1677b87d" providerId="ADAL" clId="{9889DAB6-4620-409A-A72F-1E03387EACB0}" dt="2026-01-12T09:25:46.711" v="170" actId="20577"/>
          <ac:spMkLst>
            <pc:docMk/>
            <pc:sldMk cId="864917224" sldId="277"/>
            <ac:spMk id="2" creationId="{6CB8DF46-D474-8432-9E28-3A9D1988DD46}"/>
          </ac:spMkLst>
        </pc:spChg>
        <pc:spChg chg="add del mod">
          <ac:chgData name="Dike Gan" userId="1e31dd42-57c4-40f4-b2a2-244a1677b87d" providerId="ADAL" clId="{9889DAB6-4620-409A-A72F-1E03387EACB0}" dt="2026-01-12T09:25:57.945" v="173"/>
          <ac:spMkLst>
            <pc:docMk/>
            <pc:sldMk cId="864917224" sldId="277"/>
            <ac:spMk id="3" creationId="{7ADD940A-A81A-5A25-D181-A7895DBDFA4D}"/>
          </ac:spMkLst>
        </pc:spChg>
        <pc:spChg chg="add del mod">
          <ac:chgData name="Dike Gan" userId="1e31dd42-57c4-40f4-b2a2-244a1677b87d" providerId="ADAL" clId="{9889DAB6-4620-409A-A72F-1E03387EACB0}" dt="2026-01-12T09:26:11.755" v="177"/>
          <ac:spMkLst>
            <pc:docMk/>
            <pc:sldMk cId="864917224" sldId="277"/>
            <ac:spMk id="8" creationId="{8146DE2D-2C0C-556E-6225-D1CE429C75A4}"/>
          </ac:spMkLst>
        </pc:spChg>
        <pc:spChg chg="add del mod">
          <ac:chgData name="Dike Gan" userId="1e31dd42-57c4-40f4-b2a2-244a1677b87d" providerId="ADAL" clId="{9889DAB6-4620-409A-A72F-1E03387EACB0}" dt="2026-01-12T09:26:18.207" v="179"/>
          <ac:spMkLst>
            <pc:docMk/>
            <pc:sldMk cId="864917224" sldId="277"/>
            <ac:spMk id="11" creationId="{C97E2485-8C8C-DF61-21CA-E94EB38D5FA1}"/>
          </ac:spMkLst>
        </pc:spChg>
        <pc:picChg chg="del">
          <ac:chgData name="Dike Gan" userId="1e31dd42-57c4-40f4-b2a2-244a1677b87d" providerId="ADAL" clId="{9889DAB6-4620-409A-A72F-1E03387EACB0}" dt="2026-01-12T09:25:49.098" v="171" actId="478"/>
          <ac:picMkLst>
            <pc:docMk/>
            <pc:sldMk cId="864917224" sldId="277"/>
            <ac:picMk id="5" creationId="{14DC91C8-F1BA-ACAC-33F5-6A1A180CFEEC}"/>
          </ac:picMkLst>
        </pc:picChg>
        <pc:picChg chg="add del mod">
          <ac:chgData name="Dike Gan" userId="1e31dd42-57c4-40f4-b2a2-244a1677b87d" providerId="ADAL" clId="{9889DAB6-4620-409A-A72F-1E03387EACB0}" dt="2026-01-12T09:26:07.084" v="176" actId="478"/>
          <ac:picMkLst>
            <pc:docMk/>
            <pc:sldMk cId="864917224" sldId="277"/>
            <ac:picMk id="6" creationId="{04374CB7-8040-FCDF-EA2B-92BC2E3E82AE}"/>
          </ac:picMkLst>
        </pc:picChg>
        <pc:picChg chg="del">
          <ac:chgData name="Dike Gan" userId="1e31dd42-57c4-40f4-b2a2-244a1677b87d" providerId="ADAL" clId="{9889DAB6-4620-409A-A72F-1E03387EACB0}" dt="2026-01-12T09:25:50.599" v="172" actId="478"/>
          <ac:picMkLst>
            <pc:docMk/>
            <pc:sldMk cId="864917224" sldId="277"/>
            <ac:picMk id="7" creationId="{B99503C5-080E-7BFC-04CC-9351A755736B}"/>
          </ac:picMkLst>
        </pc:picChg>
        <pc:picChg chg="add del mod">
          <ac:chgData name="Dike Gan" userId="1e31dd42-57c4-40f4-b2a2-244a1677b87d" providerId="ADAL" clId="{9889DAB6-4620-409A-A72F-1E03387EACB0}" dt="2026-01-12T09:26:13.478" v="178" actId="478"/>
          <ac:picMkLst>
            <pc:docMk/>
            <pc:sldMk cId="864917224" sldId="277"/>
            <ac:picMk id="10" creationId="{5BB144A3-2A45-7E64-9237-3FE1500D62D5}"/>
          </ac:picMkLst>
        </pc:picChg>
        <pc:picChg chg="add mod">
          <ac:chgData name="Dike Gan" userId="1e31dd42-57c4-40f4-b2a2-244a1677b87d" providerId="ADAL" clId="{9889DAB6-4620-409A-A72F-1E03387EACB0}" dt="2026-01-12T09:26:43.042" v="190" actId="1076"/>
          <ac:picMkLst>
            <pc:docMk/>
            <pc:sldMk cId="864917224" sldId="277"/>
            <ac:picMk id="13" creationId="{9F6C4C32-423E-6AF8-CE4B-0B3F29584F50}"/>
          </ac:picMkLst>
        </pc:picChg>
        <pc:picChg chg="add mod">
          <ac:chgData name="Dike Gan" userId="1e31dd42-57c4-40f4-b2a2-244a1677b87d" providerId="ADAL" clId="{9889DAB6-4620-409A-A72F-1E03387EACB0}" dt="2026-01-12T09:26:44.513" v="191" actId="1076"/>
          <ac:picMkLst>
            <pc:docMk/>
            <pc:sldMk cId="864917224" sldId="277"/>
            <ac:picMk id="15" creationId="{3B8402BF-07AC-5A87-DE9D-103CD161F5D5}"/>
          </ac:picMkLst>
        </pc:picChg>
      </pc:sldChg>
    </pc:docChg>
  </pc:docChgLst>
  <pc:docChgLst>
    <pc:chgData name="Fatemeh Hajimohammadi" userId="S::fatemeh.hajimohammadi@stud.uni-bamberg.de::579517af-5083-4892-ad68-505db11032d0" providerId="AD" clId="Web-{F7A5353A-30DC-129A-E6A6-A2E65A95B646}"/>
    <pc:docChg chg="modSld">
      <pc:chgData name="Fatemeh Hajimohammadi" userId="S::fatemeh.hajimohammadi@stud.uni-bamberg.de::579517af-5083-4892-ad68-505db11032d0" providerId="AD" clId="Web-{F7A5353A-30DC-129A-E6A6-A2E65A95B646}" dt="2026-01-12T16:35:06.416" v="62" actId="20577"/>
      <pc:docMkLst>
        <pc:docMk/>
      </pc:docMkLst>
      <pc:sldChg chg="modSp">
        <pc:chgData name="Fatemeh Hajimohammadi" userId="S::fatemeh.hajimohammadi@stud.uni-bamberg.de::579517af-5083-4892-ad68-505db11032d0" providerId="AD" clId="Web-{F7A5353A-30DC-129A-E6A6-A2E65A95B646}" dt="2026-01-12T16:32:11.413" v="36" actId="20577"/>
        <pc:sldMkLst>
          <pc:docMk/>
          <pc:sldMk cId="961704018" sldId="278"/>
        </pc:sldMkLst>
        <pc:spChg chg="mod">
          <ac:chgData name="Fatemeh Hajimohammadi" userId="S::fatemeh.hajimohammadi@stud.uni-bamberg.de::579517af-5083-4892-ad68-505db11032d0" providerId="AD" clId="Web-{F7A5353A-30DC-129A-E6A6-A2E65A95B646}" dt="2026-01-12T16:29:18.268" v="1" actId="20577"/>
          <ac:spMkLst>
            <pc:docMk/>
            <pc:sldMk cId="961704018" sldId="278"/>
            <ac:spMk id="2" creationId="{2D844C2E-0F44-1429-410B-C94A59ED7E8B}"/>
          </ac:spMkLst>
        </pc:spChg>
        <pc:spChg chg="mod">
          <ac:chgData name="Fatemeh Hajimohammadi" userId="S::fatemeh.hajimohammadi@stud.uni-bamberg.de::579517af-5083-4892-ad68-505db11032d0" providerId="AD" clId="Web-{F7A5353A-30DC-129A-E6A6-A2E65A95B646}" dt="2026-01-12T16:32:11.413" v="36" actId="20577"/>
          <ac:spMkLst>
            <pc:docMk/>
            <pc:sldMk cId="961704018" sldId="278"/>
            <ac:spMk id="3" creationId="{0CDF1410-825C-D567-B348-ABDE351CB843}"/>
          </ac:spMkLst>
        </pc:spChg>
      </pc:sldChg>
      <pc:sldChg chg="modSp">
        <pc:chgData name="Fatemeh Hajimohammadi" userId="S::fatemeh.hajimohammadi@stud.uni-bamberg.de::579517af-5083-4892-ad68-505db11032d0" providerId="AD" clId="Web-{F7A5353A-30DC-129A-E6A6-A2E65A95B646}" dt="2026-01-12T16:35:06.416" v="62" actId="20577"/>
        <pc:sldMkLst>
          <pc:docMk/>
          <pc:sldMk cId="1123596558" sldId="279"/>
        </pc:sldMkLst>
        <pc:spChg chg="mod">
          <ac:chgData name="Fatemeh Hajimohammadi" userId="S::fatemeh.hajimohammadi@stud.uni-bamberg.de::579517af-5083-4892-ad68-505db11032d0" providerId="AD" clId="Web-{F7A5353A-30DC-129A-E6A6-A2E65A95B646}" dt="2026-01-12T16:33:36.164" v="38" actId="20577"/>
          <ac:spMkLst>
            <pc:docMk/>
            <pc:sldMk cId="1123596558" sldId="279"/>
            <ac:spMk id="2" creationId="{D86C32C9-34AB-6827-70DA-EEC6C9E40118}"/>
          </ac:spMkLst>
        </pc:spChg>
        <pc:spChg chg="mod">
          <ac:chgData name="Fatemeh Hajimohammadi" userId="S::fatemeh.hajimohammadi@stud.uni-bamberg.de::579517af-5083-4892-ad68-505db11032d0" providerId="AD" clId="Web-{F7A5353A-30DC-129A-E6A6-A2E65A95B646}" dt="2026-01-12T16:35:06.416" v="62" actId="20577"/>
          <ac:spMkLst>
            <pc:docMk/>
            <pc:sldMk cId="1123596558" sldId="279"/>
            <ac:spMk id="3" creationId="{32A34490-C8BC-8E84-8887-D05C773E8569}"/>
          </ac:spMkLst>
        </pc:spChg>
      </pc:sldChg>
    </pc:docChg>
  </pc:docChgLst>
  <pc:docChgLst>
    <pc:chgData name="来宾用户" userId="S::urn:spo:tenantanon#7067dcf2-8803-4ec4-aad2-b3bc0a244640::" providerId="AD" clId="Web-{5FA84637-13F6-5992-BFB7-64508D1599C5}"/>
    <pc:docChg chg="delSld">
      <pc:chgData name="来宾用户" userId="S::urn:spo:tenantanon#7067dcf2-8803-4ec4-aad2-b3bc0a244640::" providerId="AD" clId="Web-{5FA84637-13F6-5992-BFB7-64508D1599C5}" dt="2026-01-12T17:08:05.800" v="1"/>
      <pc:docMkLst>
        <pc:docMk/>
      </pc:docMkLst>
      <pc:sldChg chg="del">
        <pc:chgData name="来宾用户" userId="S::urn:spo:tenantanon#7067dcf2-8803-4ec4-aad2-b3bc0a244640::" providerId="AD" clId="Web-{5FA84637-13F6-5992-BFB7-64508D1599C5}" dt="2026-01-12T17:07:56.785" v="0"/>
        <pc:sldMkLst>
          <pc:docMk/>
          <pc:sldMk cId="2358549542" sldId="259"/>
        </pc:sldMkLst>
      </pc:sldChg>
      <pc:sldChg chg="del">
        <pc:chgData name="来宾用户" userId="S::urn:spo:tenantanon#7067dcf2-8803-4ec4-aad2-b3bc0a244640::" providerId="AD" clId="Web-{5FA84637-13F6-5992-BFB7-64508D1599C5}" dt="2026-01-12T17:08:05.800" v="1"/>
        <pc:sldMkLst>
          <pc:docMk/>
          <pc:sldMk cId="3740139086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E8C64-52F0-4674-8F0E-8CBAE04B6DF4}" type="datetimeFigureOut">
              <a:rPr lang="en-DE" smtClean="0"/>
              <a:t>01/12/2026</a:t>
            </a:fld>
            <a:endParaRPr lang="en-DE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DE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CD6FA-FA4E-4124-BF69-67DEF5CFCEB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342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CD6FA-FA4E-4124-BF69-67DEF5CFCEB6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1696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66854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7467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838200" y="2590800"/>
            <a:ext cx="7467600" cy="3552844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2222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7467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sz="half" idx="1"/>
          </p:nvPr>
        </p:nvSpPr>
        <p:spPr>
          <a:xfrm>
            <a:off x="838200" y="2395550"/>
            <a:ext cx="3657600" cy="37480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395550"/>
            <a:ext cx="3657600" cy="37480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9486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1131894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457200" y="2392369"/>
            <a:ext cx="4040188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Inhaltsplatzhalter 3"/>
          <p:cNvSpPr>
            <a:spLocks noGrp="1"/>
          </p:cNvSpPr>
          <p:nvPr>
            <p:ph sz="half" idx="2"/>
          </p:nvPr>
        </p:nvSpPr>
        <p:spPr>
          <a:xfrm>
            <a:off x="457200" y="3032131"/>
            <a:ext cx="4040188" cy="332582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392369"/>
            <a:ext cx="4041775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032131"/>
            <a:ext cx="4041775" cy="332582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5135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9976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07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100491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3575050" y="1000108"/>
            <a:ext cx="5111750" cy="52864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166961"/>
            <a:ext cx="3008313" cy="41195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99722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838200" y="2590800"/>
            <a:ext cx="7467600" cy="35528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6582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1792288" y="1142983"/>
            <a:ext cx="5486400" cy="3584591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51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rafik 6" descr="ub-cd-ppt-back02-5_grau.gif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Grafik 7" descr="ub-cd-ppt-back02-5.gif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143000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das Titelformat</a:t>
            </a:r>
            <a:br>
              <a:rPr lang="de-DE"/>
            </a:br>
            <a:r>
              <a:rPr lang="de-DE"/>
              <a:t>zu bearbeiten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590800"/>
            <a:ext cx="7467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auto">
          <a:xfrm>
            <a:off x="7924800" y="6557963"/>
            <a:ext cx="1066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S. </a:t>
            </a:r>
            <a:fld id="{2360F2B3-46C7-490E-BF4F-3D0D5024CC12}" type="slidenum"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pPr algn="r">
                <a:defRPr/>
              </a:pPr>
              <a:t>‹#›</a:t>
            </a:fld>
            <a:endParaRPr lang="de-DE" sz="900">
              <a:solidFill>
                <a:srgbClr val="00407A"/>
              </a:solidFill>
              <a:latin typeface="Arial" charset="0"/>
              <a:cs typeface="+mn-cs"/>
            </a:endParaRP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152400" y="6557963"/>
            <a:ext cx="7543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xAI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-</a:t>
            </a: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Proj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-B | Fatemeh </a:t>
            </a: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Hajimohammadi</a:t>
            </a:r>
            <a:r>
              <a:rPr lang="en-US" sz="900">
                <a:solidFill>
                  <a:srgbClr val="00407A"/>
                </a:solidFill>
                <a:latin typeface="Arial" charset="0"/>
                <a:cs typeface="+mn-cs"/>
              </a:rPr>
              <a:t>,</a:t>
            </a:r>
            <a:r>
              <a:rPr lang="zh-CN" altLang="en-US" sz="900">
                <a:solidFill>
                  <a:srgbClr val="00407A"/>
                </a:solidFill>
                <a:latin typeface="Arial" charset="0"/>
                <a:cs typeface="+mn-cs"/>
              </a:rPr>
              <a:t> </a:t>
            </a:r>
            <a:r>
              <a:rPr lang="en-US" altLang="zh-CN" sz="900">
                <a:solidFill>
                  <a:srgbClr val="00407A"/>
                </a:solidFill>
                <a:latin typeface="Arial" charset="0"/>
                <a:cs typeface="+mn-cs"/>
              </a:rPr>
              <a:t>Ruiqi Sun, Dike Gan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 | Lehrstuhl für Erklärbares Maschinelles Lernen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+"/>
        <a:defRPr sz="16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rafik 4" descr="ub-cd-ppt-back02-5-g_grau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Grafik 4" descr="ub-cd-ppt-back02-1-2.g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5600" y="3429000"/>
            <a:ext cx="5924872" cy="1143000"/>
          </a:xfrm>
        </p:spPr>
        <p:txBody>
          <a:bodyPr/>
          <a:lstStyle/>
          <a:p>
            <a:r>
              <a:rPr lang="en-US"/>
              <a:t>From Accuracy to Explainability:</a:t>
            </a:r>
            <a:br>
              <a:rPr lang="en-US"/>
            </a:br>
            <a:r>
              <a:rPr lang="en-US"/>
              <a:t>Understanding CNN Errors with </a:t>
            </a:r>
            <a:r>
              <a:rPr lang="en-US" err="1"/>
              <a:t>xAI</a:t>
            </a:r>
            <a:endParaRPr lang="de-DE">
              <a:cs typeface="Arial" charset="0"/>
            </a:endParaRP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4643438"/>
            <a:ext cx="5748338" cy="428625"/>
          </a:xfrm>
        </p:spPr>
        <p:txBody>
          <a:bodyPr anchor="ctr"/>
          <a:lstStyle/>
          <a:p>
            <a:pPr algn="l" eaLnBrk="1" hangingPunct="1"/>
            <a:r>
              <a:rPr lang="de-DE" sz="1400" err="1">
                <a:solidFill>
                  <a:srgbClr val="00407A"/>
                </a:solidFill>
                <a:cs typeface="Arial" charset="0"/>
              </a:rPr>
              <a:t>xAI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-</a:t>
            </a:r>
            <a:r>
              <a:rPr lang="de-DE" sz="1400" err="1">
                <a:solidFill>
                  <a:srgbClr val="00407A"/>
                </a:solidFill>
                <a:cs typeface="Arial" charset="0"/>
              </a:rPr>
              <a:t>Proj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-B Course Project – CNN-</a:t>
            </a:r>
            <a:r>
              <a:rPr lang="de-DE" sz="1400" err="1">
                <a:solidFill>
                  <a:srgbClr val="00407A"/>
                </a:solidFill>
                <a:cs typeface="Arial" charset="0"/>
              </a:rPr>
              <a:t>based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 Image Classification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Context &amp; Motivation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Context</a:t>
            </a:r>
            <a:endParaRPr lang="en-US"/>
          </a:p>
          <a:p>
            <a:pPr lvl="1"/>
            <a:r>
              <a:rPr lang="en-US"/>
              <a:t>Explainable AI course</a:t>
            </a:r>
          </a:p>
          <a:p>
            <a:pPr lvl="1"/>
            <a:r>
              <a:rPr lang="en-US"/>
              <a:t>All teams: first CNN + </a:t>
            </a:r>
            <a:r>
              <a:rPr lang="en-US" err="1"/>
              <a:t>xAI</a:t>
            </a:r>
            <a:r>
              <a:rPr lang="en-US"/>
              <a:t> project</a:t>
            </a:r>
          </a:p>
          <a:p>
            <a:pPr marL="0" indent="0">
              <a:buNone/>
            </a:pPr>
            <a:r>
              <a:rPr lang="en-US" b="1"/>
              <a:t>Motivation</a:t>
            </a:r>
            <a:endParaRPr lang="en-US"/>
          </a:p>
          <a:p>
            <a:pPr lvl="1"/>
            <a:r>
              <a:rPr lang="en-US"/>
              <a:t>CNN accuracy can look convincing</a:t>
            </a:r>
          </a:p>
          <a:p>
            <a:pPr lvl="1"/>
            <a:r>
              <a:rPr lang="en-US"/>
              <a:t>But:</a:t>
            </a:r>
          </a:p>
          <a:p>
            <a:pPr lvl="2"/>
            <a:r>
              <a:rPr lang="en-US"/>
              <a:t>Are errors random?</a:t>
            </a:r>
          </a:p>
          <a:p>
            <a:pPr lvl="2"/>
            <a:r>
              <a:rPr lang="en-US"/>
              <a:t>Can we trust confident predictions?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009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844C2E-0F44-1429-410B-C94A59ED7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Arial"/>
                <a:cs typeface="Arial"/>
              </a:rPr>
              <a:t>CNN Basics (</a:t>
            </a:r>
            <a:r>
              <a:rPr lang="de-DE" err="1">
                <a:latin typeface="Arial"/>
                <a:cs typeface="Arial"/>
              </a:rPr>
              <a:t>Learner</a:t>
            </a:r>
            <a:r>
              <a:rPr lang="de-DE">
                <a:latin typeface="Arial"/>
                <a:cs typeface="Arial"/>
              </a:rPr>
              <a:t> Perspective)</a:t>
            </a:r>
            <a:endParaRPr lang="de-DE">
              <a:latin typeface="Arial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DF1410-825C-D567-B348-ABDE351CB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4524" y="2172044"/>
            <a:ext cx="5730789" cy="3346898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de-DE" b="1">
                <a:latin typeface="Arial"/>
                <a:cs typeface="Arial"/>
              </a:rPr>
              <a:t> CNN Intuition</a:t>
            </a:r>
            <a:endParaRPr lang="de-DE" b="1">
              <a:latin typeface="Arial"/>
              <a:cs typeface="Arial" charset="0"/>
            </a:endParaRPr>
          </a:p>
          <a:p>
            <a:pPr marL="685800" lvl="1">
              <a:buFont typeface="Arial"/>
              <a:buChar char="•"/>
            </a:pPr>
            <a:r>
              <a:rPr lang="de-DE" sz="1800">
                <a:latin typeface="Arial"/>
                <a:cs typeface="Arial"/>
              </a:rPr>
              <a:t>  CNNs learn </a:t>
            </a:r>
            <a:r>
              <a:rPr lang="de-DE" sz="1800" err="1">
                <a:latin typeface="Arial"/>
                <a:cs typeface="Arial"/>
              </a:rPr>
              <a:t>hierarchical</a:t>
            </a:r>
            <a:r>
              <a:rPr lang="de-DE" sz="1800">
                <a:latin typeface="Arial"/>
                <a:cs typeface="Arial"/>
              </a:rPr>
              <a:t> </a:t>
            </a:r>
            <a:r>
              <a:rPr lang="de-DE" sz="1800" err="1">
                <a:latin typeface="Arial"/>
                <a:cs typeface="Arial"/>
              </a:rPr>
              <a:t>visual</a:t>
            </a:r>
            <a:r>
              <a:rPr lang="de-DE" sz="1800">
                <a:latin typeface="Arial"/>
                <a:cs typeface="Arial"/>
              </a:rPr>
              <a:t> </a:t>
            </a:r>
            <a:r>
              <a:rPr lang="de-DE" sz="1800" err="1">
                <a:latin typeface="Arial"/>
                <a:cs typeface="Arial"/>
              </a:rPr>
              <a:t>features</a:t>
            </a:r>
            <a:endParaRPr lang="de-DE" sz="1800">
              <a:latin typeface="Arial"/>
              <a:cs typeface="Arial"/>
            </a:endParaRPr>
          </a:p>
          <a:p>
            <a:pPr marL="685800" lvl="1">
              <a:buFont typeface="Arial"/>
              <a:buChar char="•"/>
            </a:pPr>
            <a:r>
              <a:rPr lang="de-DE" sz="1800">
                <a:latin typeface="Arial"/>
                <a:cs typeface="Arial"/>
              </a:rPr>
              <a:t>  Early </a:t>
            </a:r>
            <a:r>
              <a:rPr lang="de-DE" sz="1800" err="1">
                <a:latin typeface="Arial"/>
                <a:cs typeface="Arial"/>
              </a:rPr>
              <a:t>layers</a:t>
            </a:r>
            <a:r>
              <a:rPr lang="de-DE" sz="1800">
                <a:latin typeface="Arial"/>
                <a:cs typeface="Arial"/>
              </a:rPr>
              <a:t>: </a:t>
            </a:r>
            <a:r>
              <a:rPr lang="de-DE" sz="1800" err="1">
                <a:latin typeface="Arial"/>
                <a:cs typeface="Arial"/>
              </a:rPr>
              <a:t>edges</a:t>
            </a:r>
            <a:r>
              <a:rPr lang="de-DE" sz="1800">
                <a:latin typeface="Arial"/>
                <a:cs typeface="Arial"/>
              </a:rPr>
              <a:t>, </a:t>
            </a:r>
            <a:r>
              <a:rPr lang="de-DE" sz="1800" err="1">
                <a:latin typeface="Arial"/>
                <a:cs typeface="Arial"/>
              </a:rPr>
              <a:t>textures</a:t>
            </a:r>
            <a:endParaRPr lang="de-DE" sz="1800">
              <a:latin typeface="Arial"/>
              <a:cs typeface="Arial"/>
            </a:endParaRPr>
          </a:p>
          <a:p>
            <a:pPr marL="685800" lvl="1">
              <a:buFont typeface="Arial"/>
              <a:buChar char="•"/>
            </a:pPr>
            <a:r>
              <a:rPr lang="de-DE" sz="1800">
                <a:latin typeface="Arial"/>
                <a:cs typeface="Arial"/>
              </a:rPr>
              <a:t>  </a:t>
            </a:r>
            <a:r>
              <a:rPr lang="de-DE" sz="1800" err="1">
                <a:latin typeface="Arial"/>
                <a:cs typeface="Arial"/>
              </a:rPr>
              <a:t>Deeper</a:t>
            </a:r>
            <a:r>
              <a:rPr lang="de-DE" sz="1800">
                <a:latin typeface="Arial"/>
                <a:cs typeface="Arial"/>
              </a:rPr>
              <a:t> </a:t>
            </a:r>
            <a:r>
              <a:rPr lang="de-DE" sz="1800" err="1">
                <a:latin typeface="Arial"/>
                <a:cs typeface="Arial"/>
              </a:rPr>
              <a:t>layers</a:t>
            </a:r>
            <a:r>
              <a:rPr lang="de-DE" sz="1800">
                <a:latin typeface="Arial"/>
                <a:cs typeface="Arial"/>
              </a:rPr>
              <a:t>: </a:t>
            </a:r>
            <a:r>
              <a:rPr lang="de-DE" sz="1800" err="1">
                <a:latin typeface="Arial"/>
                <a:cs typeface="Arial"/>
              </a:rPr>
              <a:t>shapes</a:t>
            </a:r>
            <a:r>
              <a:rPr lang="de-DE" sz="1800">
                <a:latin typeface="Arial"/>
                <a:cs typeface="Arial"/>
              </a:rPr>
              <a:t>, </a:t>
            </a:r>
            <a:r>
              <a:rPr lang="de-DE" sz="1800" err="1">
                <a:latin typeface="Arial"/>
                <a:cs typeface="Arial"/>
              </a:rPr>
              <a:t>object</a:t>
            </a:r>
            <a:r>
              <a:rPr lang="de-DE" sz="1800">
                <a:latin typeface="Arial"/>
                <a:cs typeface="Arial"/>
              </a:rPr>
              <a:t> </a:t>
            </a:r>
            <a:r>
              <a:rPr lang="de-DE" sz="1800" err="1">
                <a:latin typeface="Arial"/>
                <a:cs typeface="Arial"/>
              </a:rPr>
              <a:t>parts</a:t>
            </a:r>
            <a:endParaRPr lang="de-DE" sz="1800">
              <a:latin typeface="Arial"/>
              <a:cs typeface="Arial"/>
            </a:endParaRPr>
          </a:p>
          <a:p>
            <a:pPr marL="0" indent="0">
              <a:buNone/>
            </a:pPr>
            <a:r>
              <a:rPr lang="de-DE" b="1">
                <a:latin typeface="Arial"/>
                <a:cs typeface="Arial"/>
              </a:rPr>
              <a:t> </a:t>
            </a:r>
            <a:r>
              <a:rPr lang="de-DE" b="1" err="1">
                <a:latin typeface="Arial"/>
                <a:cs typeface="Arial"/>
              </a:rPr>
              <a:t>Why</a:t>
            </a:r>
            <a:r>
              <a:rPr lang="de-DE" b="1">
                <a:latin typeface="Arial"/>
                <a:cs typeface="Arial"/>
              </a:rPr>
              <a:t> CNNs</a:t>
            </a:r>
          </a:p>
          <a:p>
            <a:pPr lvl="1"/>
            <a:r>
              <a:rPr lang="de-DE" sz="1800" err="1">
                <a:latin typeface="Arial"/>
                <a:cs typeface="Arial"/>
              </a:rPr>
              <a:t>Designed</a:t>
            </a:r>
            <a:r>
              <a:rPr lang="de-DE" sz="1800">
                <a:latin typeface="Arial"/>
                <a:cs typeface="Arial"/>
              </a:rPr>
              <a:t> </a:t>
            </a:r>
            <a:r>
              <a:rPr lang="de-DE" sz="1800" err="1">
                <a:latin typeface="Arial"/>
                <a:cs typeface="Arial"/>
              </a:rPr>
              <a:t>for</a:t>
            </a:r>
            <a:r>
              <a:rPr lang="de-DE" sz="1800">
                <a:latin typeface="Arial"/>
                <a:cs typeface="Arial"/>
              </a:rPr>
              <a:t> </a:t>
            </a:r>
            <a:r>
              <a:rPr lang="de-DE" sz="1800" err="1">
                <a:latin typeface="Arial"/>
                <a:cs typeface="Arial"/>
              </a:rPr>
              <a:t>image</a:t>
            </a:r>
            <a:r>
              <a:rPr lang="de-DE" sz="1800">
                <a:latin typeface="Arial"/>
                <a:cs typeface="Arial"/>
              </a:rPr>
              <a:t> </a:t>
            </a:r>
            <a:r>
              <a:rPr lang="de-DE" sz="1800" err="1">
                <a:latin typeface="Arial"/>
                <a:cs typeface="Arial"/>
              </a:rPr>
              <a:t>data</a:t>
            </a:r>
            <a:endParaRPr lang="de-DE" sz="1800">
              <a:latin typeface="Arial"/>
              <a:cs typeface="Arial"/>
            </a:endParaRPr>
          </a:p>
          <a:p>
            <a:pPr lvl="1"/>
            <a:r>
              <a:rPr lang="de-DE" sz="1800" err="1">
                <a:latin typeface="Arial"/>
                <a:cs typeface="Arial"/>
              </a:rPr>
              <a:t>Widely</a:t>
            </a:r>
            <a:r>
              <a:rPr lang="de-DE" sz="1800">
                <a:latin typeface="Arial"/>
                <a:cs typeface="Arial"/>
              </a:rPr>
              <a:t> </a:t>
            </a:r>
            <a:r>
              <a:rPr lang="de-DE" sz="1800" err="1">
                <a:latin typeface="Arial"/>
                <a:cs typeface="Arial"/>
              </a:rPr>
              <a:t>used</a:t>
            </a:r>
            <a:r>
              <a:rPr lang="de-DE" sz="1800">
                <a:latin typeface="Arial"/>
                <a:cs typeface="Arial"/>
              </a:rPr>
              <a:t> in </a:t>
            </a:r>
            <a:r>
              <a:rPr lang="de-DE" sz="1800" err="1">
                <a:latin typeface="Arial"/>
                <a:cs typeface="Arial"/>
              </a:rPr>
              <a:t>object</a:t>
            </a:r>
            <a:r>
              <a:rPr lang="de-DE" sz="1800">
                <a:latin typeface="Arial"/>
                <a:cs typeface="Arial"/>
              </a:rPr>
              <a:t> </a:t>
            </a:r>
            <a:r>
              <a:rPr lang="de-DE" sz="1800" err="1">
                <a:latin typeface="Arial"/>
                <a:cs typeface="Arial"/>
              </a:rPr>
              <a:t>classification</a:t>
            </a:r>
            <a:endParaRPr lang="de-DE"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170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6C32C9-34AB-6827-70DA-EEC6C9E4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Arial"/>
                <a:cs typeface="Arial"/>
              </a:rPr>
              <a:t>Model Choice &amp; Baselines</a:t>
            </a:r>
            <a:endParaRPr lang="de-DE">
              <a:latin typeface="Arial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A34490-C8BC-8E84-8887-D05C773E8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err="1">
                <a:latin typeface="Arial"/>
                <a:cs typeface="Arial"/>
              </a:rPr>
              <a:t>Our</a:t>
            </a:r>
            <a:r>
              <a:rPr lang="de-DE" b="1">
                <a:latin typeface="Arial"/>
                <a:cs typeface="Arial"/>
              </a:rPr>
              <a:t> Setup</a:t>
            </a:r>
            <a:endParaRPr lang="de-DE" b="1">
              <a:latin typeface="Arial"/>
              <a:cs typeface="Arial" charset="0"/>
            </a:endParaRPr>
          </a:p>
          <a:p>
            <a:pPr lvl="1">
              <a:buFont typeface="Arial"/>
              <a:buChar char="•"/>
            </a:pPr>
            <a:r>
              <a:rPr lang="de-DE">
                <a:latin typeface="Arial"/>
                <a:cs typeface="Arial"/>
              </a:rPr>
              <a:t>Backbone: ResNet18</a:t>
            </a:r>
          </a:p>
          <a:p>
            <a:pPr lvl="1">
              <a:buFont typeface="Arial"/>
              <a:buChar char="•"/>
            </a:pPr>
            <a:r>
              <a:rPr lang="de-DE">
                <a:latin typeface="Arial"/>
                <a:cs typeface="Arial"/>
              </a:rPr>
              <a:t>10-class </a:t>
            </a:r>
            <a:r>
              <a:rPr lang="de-DE" err="1">
                <a:latin typeface="Arial"/>
                <a:cs typeface="Arial"/>
              </a:rPr>
              <a:t>image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classification</a:t>
            </a:r>
            <a:endParaRPr lang="de-DE">
              <a:latin typeface="Arial"/>
              <a:cs typeface="Arial"/>
            </a:endParaRPr>
          </a:p>
          <a:p>
            <a:pPr marL="0" indent="0">
              <a:buNone/>
            </a:pPr>
            <a:r>
              <a:rPr lang="de-DE" b="1">
                <a:latin typeface="Arial"/>
                <a:cs typeface="Arial"/>
              </a:rPr>
              <a:t>Baseline Design</a:t>
            </a:r>
            <a:endParaRPr lang="de-DE" b="1">
              <a:latin typeface="Arial"/>
              <a:cs typeface="Arial" charset="0"/>
            </a:endParaRPr>
          </a:p>
          <a:p>
            <a:pPr lvl="1"/>
            <a:r>
              <a:rPr lang="de-DE">
                <a:latin typeface="Arial"/>
                <a:cs typeface="Arial"/>
              </a:rPr>
              <a:t>Different </a:t>
            </a:r>
            <a:r>
              <a:rPr lang="de-DE" err="1">
                <a:latin typeface="Arial"/>
                <a:cs typeface="Arial"/>
              </a:rPr>
              <a:t>pretraining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sources</a:t>
            </a:r>
            <a:endParaRPr lang="de-DE">
              <a:latin typeface="Arial"/>
              <a:cs typeface="Arial"/>
            </a:endParaRPr>
          </a:p>
          <a:p>
            <a:pPr lvl="1"/>
            <a:r>
              <a:rPr lang="de-DE">
                <a:latin typeface="Arial"/>
                <a:cs typeface="Arial"/>
              </a:rPr>
              <a:t>Different </a:t>
            </a:r>
            <a:r>
              <a:rPr lang="de-DE" err="1">
                <a:latin typeface="Arial"/>
                <a:cs typeface="Arial"/>
              </a:rPr>
              <a:t>training</a:t>
            </a:r>
            <a:r>
              <a:rPr lang="de-DE">
                <a:latin typeface="Arial"/>
                <a:cs typeface="Arial"/>
              </a:rPr>
              <a:t> </a:t>
            </a:r>
            <a:r>
              <a:rPr lang="de-DE" err="1">
                <a:latin typeface="Arial"/>
                <a:cs typeface="Arial"/>
              </a:rPr>
              <a:t>strategies</a:t>
            </a:r>
            <a:endParaRPr lang="de-DE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359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36134-5AF6-8583-A2C5-F39D9430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 &amp; Red Thread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0DF89F-0F83-DBCD-4AD8-7D78760A7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Research Question</a:t>
            </a:r>
            <a:endParaRPr lang="en-US"/>
          </a:p>
          <a:p>
            <a:pPr lvl="1"/>
            <a:r>
              <a:rPr lang="en-US"/>
              <a:t>What kinds of errors does a CNN make?</a:t>
            </a:r>
          </a:p>
          <a:p>
            <a:pPr lvl="1"/>
            <a:r>
              <a:rPr lang="en-US"/>
              <a:t>How confident is it when it is wrong?</a:t>
            </a:r>
          </a:p>
          <a:p>
            <a:pPr lvl="1"/>
            <a:r>
              <a:rPr lang="en-US"/>
              <a:t>Can </a:t>
            </a:r>
            <a:r>
              <a:rPr lang="en-US" err="1"/>
              <a:t>xAI</a:t>
            </a:r>
            <a:r>
              <a:rPr lang="en-US"/>
              <a:t> help us understand these errors?</a:t>
            </a:r>
          </a:p>
          <a:p>
            <a:pPr marL="0" indent="0">
              <a:buNone/>
            </a:pPr>
            <a:r>
              <a:rPr lang="en-US" b="1"/>
              <a:t>Red Thread</a:t>
            </a:r>
            <a:endParaRPr lang="en-US"/>
          </a:p>
          <a:p>
            <a:pPr lvl="1"/>
            <a:r>
              <a:rPr lang="en-US"/>
              <a:t>Build → Observe → Question → Explain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1005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2A359-808B-7F9D-0F37-A8DDB505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Results: Accuracy Is Not Enough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084B6-CCF2-3B28-555F-8176D7665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Observation</a:t>
            </a:r>
            <a:endParaRPr lang="en-US"/>
          </a:p>
          <a:p>
            <a:pPr lvl="1"/>
            <a:r>
              <a:rPr lang="en-US"/>
              <a:t>Models reach reasonable accuracy</a:t>
            </a:r>
          </a:p>
          <a:p>
            <a:pPr lvl="1"/>
            <a:r>
              <a:rPr lang="en-US"/>
              <a:t>Model B performs best overall</a:t>
            </a:r>
          </a:p>
          <a:p>
            <a:pPr marL="0" indent="0">
              <a:buNone/>
            </a:pPr>
            <a:r>
              <a:rPr lang="en-US" b="1"/>
              <a:t>But</a:t>
            </a:r>
            <a:endParaRPr lang="en-US"/>
          </a:p>
          <a:p>
            <a:pPr lvl="1"/>
            <a:r>
              <a:rPr lang="en-US"/>
              <a:t>Accuracy alone does not show:</a:t>
            </a:r>
          </a:p>
          <a:p>
            <a:pPr lvl="2"/>
            <a:r>
              <a:rPr lang="en-US"/>
              <a:t>Error structure</a:t>
            </a:r>
          </a:p>
          <a:p>
            <a:pPr lvl="2"/>
            <a:r>
              <a:rPr lang="en-US"/>
              <a:t>Confidence behavior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97046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CD1A7-E17A-DCEF-C640-DF9D71E1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Sample-Level Analysis?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17520-5479-208A-4DA0-2FC6F068B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Limitation of Aggregate Metrics</a:t>
            </a:r>
            <a:endParaRPr lang="en-US"/>
          </a:p>
          <a:p>
            <a:pPr lvl="1"/>
            <a:r>
              <a:rPr lang="en-US"/>
              <a:t>Accuracy averages over samples</a:t>
            </a:r>
          </a:p>
          <a:p>
            <a:pPr lvl="1"/>
            <a:r>
              <a:rPr lang="en-US"/>
              <a:t>Risky errors are hidden</a:t>
            </a:r>
          </a:p>
          <a:p>
            <a:pPr marL="0" indent="0">
              <a:buNone/>
            </a:pPr>
            <a:r>
              <a:rPr lang="en-US" b="1"/>
              <a:t>Our Idea</a:t>
            </a:r>
            <a:endParaRPr lang="en-US"/>
          </a:p>
          <a:p>
            <a:r>
              <a:rPr lang="en-US"/>
              <a:t>Look at individual predictions</a:t>
            </a:r>
          </a:p>
          <a:p>
            <a:r>
              <a:rPr lang="en-US"/>
              <a:t>Combine:</a:t>
            </a:r>
          </a:p>
          <a:p>
            <a:pPr lvl="1"/>
            <a:r>
              <a:rPr lang="en-US"/>
              <a:t>correctness</a:t>
            </a:r>
          </a:p>
          <a:p>
            <a:pPr lvl="1"/>
            <a:r>
              <a:rPr lang="en-US"/>
              <a:t>confidence</a:t>
            </a:r>
          </a:p>
          <a:p>
            <a:pPr lvl="1"/>
            <a:r>
              <a:rPr lang="en-US"/>
              <a:t>loss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452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E65F1-74B0-C420-91BD-C6DB9A9B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Difficulty Table &amp; Error Subsets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F5261E-D461-444A-025D-8D65D1D67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0800"/>
            <a:ext cx="3628292" cy="3552844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Per-sample Metrics</a:t>
            </a:r>
            <a:endParaRPr lang="en-US"/>
          </a:p>
          <a:p>
            <a:pPr lvl="1"/>
            <a:r>
              <a:rPr lang="en-US"/>
              <a:t>Prediction &amp; true label</a:t>
            </a:r>
          </a:p>
          <a:p>
            <a:pPr lvl="1"/>
            <a:r>
              <a:rPr lang="en-US"/>
              <a:t>Confidence</a:t>
            </a:r>
          </a:p>
          <a:p>
            <a:pPr lvl="1"/>
            <a:r>
              <a:rPr lang="en-US"/>
              <a:t>Loss</a:t>
            </a:r>
          </a:p>
          <a:p>
            <a:endParaRPr lang="en-DE"/>
          </a:p>
        </p:txBody>
      </p:sp>
      <p:pic>
        <p:nvPicPr>
          <p:cNvPr id="9" name="图片 8" descr="一些文字和图案&#10;&#10;AI 生成的内容可能不正确。">
            <a:extLst>
              <a:ext uri="{FF2B5EF4-FFF2-40B4-BE49-F238E27FC236}">
                <a16:creationId xmlns:a16="http://schemas.microsoft.com/office/drawing/2014/main" id="{918B4CC4-8E7A-03E1-8712-812FDF92D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28" y="4572001"/>
            <a:ext cx="7278469" cy="1733968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86849C8-351E-0C25-AF40-6C952AFBFC66}"/>
              </a:ext>
            </a:extLst>
          </p:cNvPr>
          <p:cNvSpPr txBox="1">
            <a:spLocks/>
          </p:cNvSpPr>
          <p:nvPr/>
        </p:nvSpPr>
        <p:spPr bwMode="auto">
          <a:xfrm>
            <a:off x="4477433" y="2590800"/>
            <a:ext cx="4015154" cy="3552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+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b="1" kern="0"/>
              <a:t>Defined Subsets</a:t>
            </a:r>
            <a:endParaRPr lang="en-US" kern="0"/>
          </a:p>
          <a:p>
            <a:pPr lvl="1"/>
            <a:r>
              <a:rPr lang="en-US" kern="0"/>
              <a:t>Easiest correct</a:t>
            </a:r>
          </a:p>
          <a:p>
            <a:pPr lvl="1"/>
            <a:r>
              <a:rPr lang="en-US" kern="0"/>
              <a:t>Hardest correct</a:t>
            </a:r>
          </a:p>
          <a:p>
            <a:pPr lvl="1"/>
            <a:r>
              <a:rPr lang="en-US" kern="0"/>
              <a:t>Low-confidence correct</a:t>
            </a:r>
          </a:p>
          <a:p>
            <a:pPr lvl="1"/>
            <a:r>
              <a:rPr lang="en-US" b="1" kern="0"/>
              <a:t>High-confidence wrong</a:t>
            </a:r>
            <a:endParaRPr lang="en-US" kern="0"/>
          </a:p>
          <a:p>
            <a:endParaRPr lang="en-DE" kern="0"/>
          </a:p>
        </p:txBody>
      </p:sp>
    </p:spTree>
    <p:extLst>
      <p:ext uri="{BB962C8B-B14F-4D97-AF65-F5344CB8AC3E}">
        <p14:creationId xmlns:p14="http://schemas.microsoft.com/office/powerpoint/2010/main" val="80806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85370-2ED5-27BF-1CE7-1923C08D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00"/>
            <a:ext cx="7467600" cy="1143000"/>
          </a:xfrm>
        </p:spPr>
        <p:txBody>
          <a:bodyPr wrap="square" anchor="ctr">
            <a:normAutofit/>
          </a:bodyPr>
          <a:lstStyle/>
          <a:p>
            <a:r>
              <a:rPr lang="en-US"/>
              <a:t>Focused confusion on high-confidence wrong</a:t>
            </a:r>
            <a:endParaRPr lang="en-DE"/>
          </a:p>
        </p:txBody>
      </p: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2C30EBD9-B40A-F54A-A879-2EA688D23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124" y="1987061"/>
            <a:ext cx="5643666" cy="45149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36084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AFD35-E39B-181F-A45A-C6893AE3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Interim Summary: What We Learned So Far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099196-BCD4-55FB-C4C6-C7AE20565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So Far</a:t>
            </a:r>
            <a:endParaRPr lang="en-US"/>
          </a:p>
          <a:p>
            <a:pPr lvl="1"/>
            <a:r>
              <a:rPr lang="en-US"/>
              <a:t>Errors are not random</a:t>
            </a:r>
          </a:p>
          <a:p>
            <a:pPr lvl="1"/>
            <a:r>
              <a:rPr lang="en-US"/>
              <a:t>Confidence does not guarantee correctness</a:t>
            </a:r>
          </a:p>
          <a:p>
            <a:pPr lvl="1"/>
            <a:r>
              <a:rPr lang="en-US"/>
              <a:t>Some classes dominate errors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40461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ACA99-3F52-BDB6-FF25-32466D3A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Explainable AI?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224E5A-877E-5993-70ED-F9EDE2828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0"/>
            <a:ext cx="7467600" cy="4747847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What is Grad-CAM?</a:t>
            </a:r>
          </a:p>
          <a:p>
            <a:pPr lvl="1"/>
            <a:r>
              <a:rPr lang="en-US"/>
              <a:t>A visual explanation method for CNNs</a:t>
            </a:r>
          </a:p>
          <a:p>
            <a:pPr lvl="1"/>
            <a:r>
              <a:rPr lang="en-US"/>
              <a:t>Highlights image regions that contribute most to a specific prediction</a:t>
            </a:r>
          </a:p>
          <a:p>
            <a:pPr lvl="1"/>
            <a:r>
              <a:rPr lang="en-US"/>
              <a:t>Produces a heatmap over the input image</a:t>
            </a:r>
          </a:p>
          <a:p>
            <a:pPr marL="0" indent="0">
              <a:buNone/>
            </a:pPr>
            <a:r>
              <a:rPr lang="en-US" b="1"/>
              <a:t>Method (Our Use Case)</a:t>
            </a:r>
          </a:p>
          <a:p>
            <a:pPr lvl="1"/>
            <a:r>
              <a:rPr lang="en-US"/>
              <a:t>Apply Grad-CAM to </a:t>
            </a:r>
            <a:r>
              <a:rPr lang="en-US" b="1"/>
              <a:t>high-confidence wrong samples</a:t>
            </a:r>
            <a:endParaRPr lang="en-US"/>
          </a:p>
          <a:p>
            <a:pPr lvl="1"/>
            <a:r>
              <a:rPr lang="en-US"/>
              <a:t>Analyze whether the model focuses on object regions or spurious cues</a:t>
            </a:r>
          </a:p>
          <a:p>
            <a:pPr marL="0" indent="0">
              <a:buNone/>
            </a:pP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023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27941-E93C-F48D-FDF9-46EC3295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Grad-CAM Examples (1): </a:t>
            </a:r>
            <a:br>
              <a:rPr lang="en-US"/>
            </a:br>
            <a:r>
              <a:rPr lang="en-US" sz="2400" err="1"/>
              <a:t>soup_bowl</a:t>
            </a:r>
            <a:r>
              <a:rPr lang="en-US" sz="2400"/>
              <a:t> → </a:t>
            </a:r>
            <a:r>
              <a:rPr lang="en-US" sz="2400" err="1"/>
              <a:t>wooden_spoon</a:t>
            </a:r>
            <a:endParaRPr lang="en-DE"/>
          </a:p>
        </p:txBody>
      </p:sp>
      <p:pic>
        <p:nvPicPr>
          <p:cNvPr id="8" name="内容占位符 7" descr="图片包含 游戏机, 花, 食物, 植物&#10;&#10;AI 生成的内容可能不正确。">
            <a:extLst>
              <a:ext uri="{FF2B5EF4-FFF2-40B4-BE49-F238E27FC236}">
                <a16:creationId xmlns:a16="http://schemas.microsoft.com/office/drawing/2014/main" id="{0281830F-4299-79B3-A6E4-94D6980AE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47" y="2250031"/>
            <a:ext cx="4372706" cy="4372706"/>
          </a:xfrm>
        </p:spPr>
      </p:pic>
      <p:pic>
        <p:nvPicPr>
          <p:cNvPr id="10" name="图片 9" descr="墙上挂着一幅画&#10;&#10;AI 生成的内容可能不正确。">
            <a:extLst>
              <a:ext uri="{FF2B5EF4-FFF2-40B4-BE49-F238E27FC236}">
                <a16:creationId xmlns:a16="http://schemas.microsoft.com/office/drawing/2014/main" id="{597C606B-F20A-178B-14F0-1B8B2540F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653" y="2250032"/>
            <a:ext cx="4372705" cy="437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43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0B2D5-DF92-6AF3-DBAB-AA27DDE5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Grad-CAM Examples (2): </a:t>
            </a:r>
            <a:br>
              <a:rPr lang="en-US"/>
            </a:br>
            <a:r>
              <a:rPr lang="en-US" altLang="zh-CN" sz="2400"/>
              <a:t>mouse </a:t>
            </a:r>
            <a:r>
              <a:rPr lang="en-US" sz="2400"/>
              <a:t>→ </a:t>
            </a:r>
            <a:r>
              <a:rPr lang="en-US" sz="2400" err="1"/>
              <a:t>wooden_spoon</a:t>
            </a:r>
            <a:endParaRPr lang="en-DE"/>
          </a:p>
        </p:txBody>
      </p:sp>
      <p:pic>
        <p:nvPicPr>
          <p:cNvPr id="5" name="内容占位符 4" descr="图片包含 日历&#10;&#10;AI 生成的内容可能不正确。">
            <a:extLst>
              <a:ext uri="{FF2B5EF4-FFF2-40B4-BE49-F238E27FC236}">
                <a16:creationId xmlns:a16="http://schemas.microsoft.com/office/drawing/2014/main" id="{C1CF8096-BA59-9F51-6B9A-EC6ABC0689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25" y="2150448"/>
            <a:ext cx="4391034" cy="4391034"/>
          </a:xfrm>
        </p:spPr>
      </p:pic>
      <p:pic>
        <p:nvPicPr>
          <p:cNvPr id="7" name="图片 6" descr="图片包含 应用程序&#10;&#10;AI 生成的内容可能不正确。">
            <a:extLst>
              <a:ext uri="{FF2B5EF4-FFF2-40B4-BE49-F238E27FC236}">
                <a16:creationId xmlns:a16="http://schemas.microsoft.com/office/drawing/2014/main" id="{B3AD1B07-27E9-4E0A-6092-3CE7DE713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50447"/>
            <a:ext cx="4391034" cy="439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4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B3F0-8C16-DE50-E44C-6776404A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8DF46-D474-8432-9E28-3A9D1988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Grad-CAM Examples (3): </a:t>
            </a:r>
            <a:br>
              <a:rPr lang="en-US"/>
            </a:br>
            <a:r>
              <a:rPr lang="en-US" altLang="zh-CN" sz="2400"/>
              <a:t>toilet-tissue </a:t>
            </a:r>
            <a:r>
              <a:rPr lang="en-US" sz="2400"/>
              <a:t>→ </a:t>
            </a:r>
            <a:r>
              <a:rPr lang="en-US" sz="2400" err="1"/>
              <a:t>wooden_spoon</a:t>
            </a:r>
            <a:endParaRPr lang="en-DE"/>
          </a:p>
        </p:txBody>
      </p:sp>
      <p:pic>
        <p:nvPicPr>
          <p:cNvPr id="13" name="内容占位符 12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9F6C4C32-423E-6AF8-CE4B-0B3F29584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20" y="2244970"/>
            <a:ext cx="4255480" cy="4255480"/>
          </a:xfrm>
        </p:spPr>
      </p:pic>
      <p:pic>
        <p:nvPicPr>
          <p:cNvPr id="15" name="图片 14" descr="图片包含 应用程序&#10;&#10;AI 生成的内容可能不正确。">
            <a:extLst>
              <a:ext uri="{FF2B5EF4-FFF2-40B4-BE49-F238E27FC236}">
                <a16:creationId xmlns:a16="http://schemas.microsoft.com/office/drawing/2014/main" id="{3B8402BF-07AC-5A87-DE9D-103CD161F5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244970"/>
            <a:ext cx="4255480" cy="425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17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C21C6-741A-8753-7E30-AFB4EB0F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Grad-CAM Insights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00E80-55C1-0DDB-53A3-D627B2AC0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Observation</a:t>
            </a:r>
            <a:endParaRPr lang="en-US"/>
          </a:p>
          <a:p>
            <a:pPr lvl="1"/>
            <a:r>
              <a:rPr lang="en-US"/>
              <a:t>Attention focuses on:</a:t>
            </a:r>
          </a:p>
          <a:p>
            <a:pPr lvl="2"/>
            <a:r>
              <a:rPr lang="en-US"/>
              <a:t>wooden textures</a:t>
            </a:r>
          </a:p>
          <a:p>
            <a:pPr lvl="2"/>
            <a:r>
              <a:rPr lang="en-US"/>
              <a:t>elongated shapes</a:t>
            </a:r>
          </a:p>
          <a:p>
            <a:pPr lvl="2"/>
            <a:r>
              <a:rPr lang="en-US"/>
              <a:t>background regions</a:t>
            </a:r>
          </a:p>
          <a:p>
            <a:pPr marL="0" indent="0">
              <a:buNone/>
            </a:pPr>
            <a:r>
              <a:rPr lang="en-US" b="1"/>
              <a:t>Interpretation</a:t>
            </a:r>
            <a:endParaRPr lang="en-US"/>
          </a:p>
          <a:p>
            <a:pPr lvl="1"/>
            <a:r>
              <a:rPr lang="en-US"/>
              <a:t>Shortcut / texture bias</a:t>
            </a:r>
          </a:p>
          <a:p>
            <a:pPr lvl="1"/>
            <a:r>
              <a:rPr lang="en-US"/>
              <a:t>Overgeneralization of </a:t>
            </a:r>
            <a:r>
              <a:rPr lang="en-US" err="1"/>
              <a:t>wooden_spoon</a:t>
            </a:r>
            <a:r>
              <a:rPr lang="en-US"/>
              <a:t> features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15300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00E24-B2B0-9922-33CC-3426B5B9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Reflection, Trust &amp; Next Steps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347619-906E-68A1-FC2A-515FCFE73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Reflection</a:t>
            </a:r>
            <a:endParaRPr lang="en-US"/>
          </a:p>
          <a:p>
            <a:pPr lvl="1"/>
            <a:r>
              <a:rPr lang="en-US"/>
              <a:t>Accuracy ≠ reliability</a:t>
            </a:r>
          </a:p>
          <a:p>
            <a:pPr lvl="1"/>
            <a:r>
              <a:rPr lang="en-US"/>
              <a:t>Explainability changes how we trust models</a:t>
            </a:r>
          </a:p>
          <a:p>
            <a:pPr marL="0" indent="0">
              <a:buNone/>
            </a:pPr>
            <a:r>
              <a:rPr lang="en-US" b="1"/>
              <a:t>Next Steps</a:t>
            </a:r>
            <a:endParaRPr lang="en-US"/>
          </a:p>
          <a:p>
            <a:pPr lvl="1"/>
            <a:r>
              <a:rPr lang="en-US"/>
              <a:t>Cross-model comparison</a:t>
            </a:r>
          </a:p>
          <a:p>
            <a:pPr lvl="1"/>
            <a:r>
              <a:rPr lang="en-US"/>
              <a:t>Calibration checks</a:t>
            </a:r>
          </a:p>
          <a:p>
            <a:pPr lvl="1"/>
            <a:r>
              <a:rPr lang="en-US"/>
              <a:t>Data diversity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3323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E3E51-ED61-8619-0855-2B2816C9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929F4-53F5-4B51-574B-B2D43FF3D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29895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931B6-F904-BBF0-EE2D-D1D7E88A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E89CD-3B03-7352-D256-DE4A2AD65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6833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F6B2A-76E9-8C9E-3644-C1A531C9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C90A6-E8DD-213F-37CB-4E0245FB8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1090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37A42-833C-8932-11D3-3C00C9E3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82A129-0B13-E4E9-8D9E-3FA5C6E17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145041"/>
      </p:ext>
    </p:extLst>
  </p:cSld>
  <p:clrMapOvr>
    <a:masterClrMapping/>
  </p:clrMapOvr>
</p:sld>
</file>

<file path=ppt/theme/theme1.xml><?xml version="1.0" encoding="utf-8"?>
<a:theme xmlns:a="http://schemas.openxmlformats.org/drawingml/2006/main" name="Vorlage_ohne_Titelbild_deutsch">
  <a:themeElements>
    <a:clrScheme name="ub-cd-neu-v2-4 1">
      <a:dk1>
        <a:srgbClr val="000000"/>
      </a:dk1>
      <a:lt1>
        <a:srgbClr val="C8D0E2"/>
      </a:lt1>
      <a:dk2>
        <a:srgbClr val="00457D"/>
      </a:dk2>
      <a:lt2>
        <a:srgbClr val="808080"/>
      </a:lt2>
      <a:accent1>
        <a:srgbClr val="5D7FAA"/>
      </a:accent1>
      <a:accent2>
        <a:srgbClr val="97BF0D"/>
      </a:accent2>
      <a:accent3>
        <a:srgbClr val="E0E4EE"/>
      </a:accent3>
      <a:accent4>
        <a:srgbClr val="000000"/>
      </a:accent4>
      <a:accent5>
        <a:srgbClr val="B6C0D2"/>
      </a:accent5>
      <a:accent6>
        <a:srgbClr val="88AD0B"/>
      </a:accent6>
      <a:hlink>
        <a:srgbClr val="92A5C5"/>
      </a:hlink>
      <a:folHlink>
        <a:srgbClr val="C6D982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b-cd-neu-v2-4 1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97BF0D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88AD0B"/>
        </a:accent6>
        <a:hlink>
          <a:srgbClr val="92A5C5"/>
        </a:hlink>
        <a:folHlink>
          <a:srgbClr val="C6D9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2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FFD300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E7BF00"/>
        </a:accent6>
        <a:hlink>
          <a:srgbClr val="92A5C5"/>
        </a:hlink>
        <a:folHlink>
          <a:srgbClr val="FFE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3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E6444F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D03D47"/>
        </a:accent6>
        <a:hlink>
          <a:srgbClr val="92A5C5"/>
        </a:hlink>
        <a:folHlink>
          <a:srgbClr val="F199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4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878783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7A7A76"/>
        </a:accent6>
        <a:hlink>
          <a:srgbClr val="92A5C5"/>
        </a:hlink>
        <a:folHlink>
          <a:srgbClr val="B9BA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5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00457D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003E71"/>
        </a:accent6>
        <a:hlink>
          <a:srgbClr val="92A5C5"/>
        </a:hlink>
        <a:folHlink>
          <a:srgbClr val="C8D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Vorlage_ohne_Titelbild_deutsch</Template>
  <Application>Microsoft Office PowerPoint</Application>
  <PresentationFormat>On-screen Show (4:3)</PresentationFormat>
  <Slides>20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Vorlage_ohne_Titelbild_deutsch</vt:lpstr>
      <vt:lpstr>From Accuracy to Explainability: Understanding CNN Errors with xAI</vt:lpstr>
      <vt:lpstr>Course Context &amp; Motivation</vt:lpstr>
      <vt:lpstr>CNN Basics (Learner Perspective)</vt:lpstr>
      <vt:lpstr>Model Choice &amp; Baselines</vt:lpstr>
      <vt:lpstr>Research Question &amp; Red Thread</vt:lpstr>
      <vt:lpstr>Initial Results: Accuracy Is Not Enough</vt:lpstr>
      <vt:lpstr>Why Sample-Level Analysis?</vt:lpstr>
      <vt:lpstr>Difficulty Table &amp; Error Subsets</vt:lpstr>
      <vt:lpstr>Focused confusion on high-confidence wrong</vt:lpstr>
      <vt:lpstr>Interim Summary: What We Learned So Far</vt:lpstr>
      <vt:lpstr>Why Explainable AI?</vt:lpstr>
      <vt:lpstr>Grad-CAM Examples (1):  soup_bowl → wooden_spoon</vt:lpstr>
      <vt:lpstr>Grad-CAM Examples (2):  mouse → wooden_spoon</vt:lpstr>
      <vt:lpstr>Grad-CAM Examples (3):  toilet-tissue → wooden_spoon</vt:lpstr>
      <vt:lpstr>Grad-CAM Insights</vt:lpstr>
      <vt:lpstr>Reflection, Trust &amp; Next Steps</vt:lpstr>
      <vt:lpstr>PowerPoint Presentation</vt:lpstr>
      <vt:lpstr>PowerPoint Presentation</vt:lpstr>
      <vt:lpstr>PowerPoint Presentation</vt:lpstr>
      <vt:lpstr>PowerPoint Presentation</vt:lpstr>
    </vt:vector>
  </TitlesOfParts>
  <Company>Uni-Bamberg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Universität Bamberg</dc:creator>
  <cp:revision>1</cp:revision>
  <dcterms:created xsi:type="dcterms:W3CDTF">2013-05-16T15:49:26Z</dcterms:created>
  <dcterms:modified xsi:type="dcterms:W3CDTF">2026-01-12T17:08:44Z</dcterms:modified>
</cp:coreProperties>
</file>