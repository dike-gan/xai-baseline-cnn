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31"/>
  </p:handoutMasterIdLst>
  <p:sldIdLst>
    <p:sldId id="256" r:id="rId5"/>
    <p:sldId id="257" r:id="rId6"/>
    <p:sldId id="258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1" r:id="rId29"/>
    <p:sldId id="282" r:id="rId30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7A"/>
    <a:srgbClr val="2C5884"/>
    <a:srgbClr val="3366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1B441-36A8-7A27-1701-FB572BDDDE67}" v="103" dt="2025-12-15T03:26:06.411"/>
    <p1510:client id="{6F8FAD99-9D95-B1F4-C712-F83BAAD33818}" v="57" dt="2025-12-15T18:01:58.020"/>
    <p1510:client id="{ACF6B235-25CE-408F-93D1-9A4AFA1FD00A}" v="265" dt="2025-12-16T02:36:52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来宾用户" userId="S::urn:spo:tenantanon#7067dcf2-8803-4ec4-aad2-b3bc0a244640::" providerId="AD" clId="Web-{EC7D51E2-E6C5-55E6-2D79-F4CDC1DCD0B1}"/>
    <pc:docChg chg="addSld">
      <pc:chgData name="来宾用户" userId="S::urn:spo:tenantanon#7067dcf2-8803-4ec4-aad2-b3bc0a244640::" providerId="AD" clId="Web-{EC7D51E2-E6C5-55E6-2D79-F4CDC1DCD0B1}" dt="2025-12-14T18:07:09.269" v="0"/>
      <pc:docMkLst>
        <pc:docMk/>
      </pc:docMkLst>
      <pc:sldChg chg="new">
        <pc:chgData name="来宾用户" userId="S::urn:spo:tenantanon#7067dcf2-8803-4ec4-aad2-b3bc0a244640::" providerId="AD" clId="Web-{EC7D51E2-E6C5-55E6-2D79-F4CDC1DCD0B1}" dt="2025-12-14T18:07:09.269" v="0"/>
        <pc:sldMkLst>
          <pc:docMk/>
          <pc:sldMk cId="4266550111" sldId="283"/>
        </pc:sldMkLst>
      </pc:sldChg>
    </pc:docChg>
  </pc:docChgLst>
  <pc:docChgLst>
    <pc:chgData name="Dike Gan" userId="S::dike.gan@stud.uni-bamberg.de::1e31dd42-57c4-40f4-b2a2-244a1677b87d" providerId="AD" clId="Web-{6F8FAD99-9D95-B1F4-C712-F83BAAD33818}"/>
    <pc:docChg chg="addSld modSld">
      <pc:chgData name="Dike Gan" userId="S::dike.gan@stud.uni-bamberg.de::1e31dd42-57c4-40f4-b2a2-244a1677b87d" providerId="AD" clId="Web-{6F8FAD99-9D95-B1F4-C712-F83BAAD33818}" dt="2025-12-15T18:01:58.020" v="43" actId="1076"/>
      <pc:docMkLst>
        <pc:docMk/>
      </pc:docMkLst>
      <pc:sldChg chg="modSp">
        <pc:chgData name="Dike Gan" userId="S::dike.gan@stud.uni-bamberg.de::1e31dd42-57c4-40f4-b2a2-244a1677b87d" providerId="AD" clId="Web-{6F8FAD99-9D95-B1F4-C712-F83BAAD33818}" dt="2025-12-15T17:54:09.917" v="31" actId="20577"/>
        <pc:sldMkLst>
          <pc:docMk/>
          <pc:sldMk cId="981911475" sldId="274"/>
        </pc:sldMkLst>
        <pc:spChg chg="mod">
          <ac:chgData name="Dike Gan" userId="S::dike.gan@stud.uni-bamberg.de::1e31dd42-57c4-40f4-b2a2-244a1677b87d" providerId="AD" clId="Web-{6F8FAD99-9D95-B1F4-C712-F83BAAD33818}" dt="2025-12-15T17:54:09.917" v="31" actId="20577"/>
          <ac:spMkLst>
            <pc:docMk/>
            <pc:sldMk cId="981911475" sldId="274"/>
            <ac:spMk id="2" creationId="{3746CDA2-D6F7-BB19-1BF8-9C337A5B2E5F}"/>
          </ac:spMkLst>
        </pc:spChg>
      </pc:sldChg>
      <pc:sldChg chg="modSp">
        <pc:chgData name="Dike Gan" userId="S::dike.gan@stud.uni-bamberg.de::1e31dd42-57c4-40f4-b2a2-244a1677b87d" providerId="AD" clId="Web-{6F8FAD99-9D95-B1F4-C712-F83BAAD33818}" dt="2025-12-15T17:10:51.622" v="1" actId="20577"/>
        <pc:sldMkLst>
          <pc:docMk/>
          <pc:sldMk cId="1556194519" sldId="275"/>
        </pc:sldMkLst>
        <pc:spChg chg="mod">
          <ac:chgData name="Dike Gan" userId="S::dike.gan@stud.uni-bamberg.de::1e31dd42-57c4-40f4-b2a2-244a1677b87d" providerId="AD" clId="Web-{6F8FAD99-9D95-B1F4-C712-F83BAAD33818}" dt="2025-12-15T17:10:51.622" v="1" actId="20577"/>
          <ac:spMkLst>
            <pc:docMk/>
            <pc:sldMk cId="1556194519" sldId="275"/>
            <ac:spMk id="2" creationId="{60A5A803-BE87-357E-1F1A-21FDB96DDF23}"/>
          </ac:spMkLst>
        </pc:spChg>
      </pc:sldChg>
      <pc:sldChg chg="modSp">
        <pc:chgData name="Dike Gan" userId="S::dike.gan@stud.uni-bamberg.de::1e31dd42-57c4-40f4-b2a2-244a1677b87d" providerId="AD" clId="Web-{6F8FAD99-9D95-B1F4-C712-F83BAAD33818}" dt="2025-12-15T17:54:14.433" v="33" actId="20577"/>
        <pc:sldMkLst>
          <pc:docMk/>
          <pc:sldMk cId="1911405568" sldId="276"/>
        </pc:sldMkLst>
        <pc:spChg chg="mod">
          <ac:chgData name="Dike Gan" userId="S::dike.gan@stud.uni-bamberg.de::1e31dd42-57c4-40f4-b2a2-244a1677b87d" providerId="AD" clId="Web-{6F8FAD99-9D95-B1F4-C712-F83BAAD33818}" dt="2025-12-15T17:54:14.433" v="33" actId="20577"/>
          <ac:spMkLst>
            <pc:docMk/>
            <pc:sldMk cId="1911405568" sldId="276"/>
            <ac:spMk id="2" creationId="{F21B4FAF-8CBA-630D-8D53-081BA23F78A6}"/>
          </ac:spMkLst>
        </pc:spChg>
        <pc:spChg chg="mod">
          <ac:chgData name="Dike Gan" userId="S::dike.gan@stud.uni-bamberg.de::1e31dd42-57c4-40f4-b2a2-244a1677b87d" providerId="AD" clId="Web-{6F8FAD99-9D95-B1F4-C712-F83BAAD33818}" dt="2025-12-15T17:40:14.305" v="12" actId="1076"/>
          <ac:spMkLst>
            <pc:docMk/>
            <pc:sldMk cId="1911405568" sldId="276"/>
            <ac:spMk id="3" creationId="{C300870E-E96E-8801-0A53-5DF5FE0B3528}"/>
          </ac:spMkLst>
        </pc:spChg>
      </pc:sldChg>
      <pc:sldChg chg="modSp">
        <pc:chgData name="Dike Gan" userId="S::dike.gan@stud.uni-bamberg.de::1e31dd42-57c4-40f4-b2a2-244a1677b87d" providerId="AD" clId="Web-{6F8FAD99-9D95-B1F4-C712-F83BAAD33818}" dt="2025-12-15T18:01:58.020" v="43" actId="1076"/>
        <pc:sldMkLst>
          <pc:docMk/>
          <pc:sldMk cId="3354348667" sldId="277"/>
        </pc:sldMkLst>
        <pc:spChg chg="mod">
          <ac:chgData name="Dike Gan" userId="S::dike.gan@stud.uni-bamberg.de::1e31dd42-57c4-40f4-b2a2-244a1677b87d" providerId="AD" clId="Web-{6F8FAD99-9D95-B1F4-C712-F83BAAD33818}" dt="2025-12-15T17:54:18.511" v="35" actId="20577"/>
          <ac:spMkLst>
            <pc:docMk/>
            <pc:sldMk cId="3354348667" sldId="277"/>
            <ac:spMk id="2" creationId="{654B8D1F-C5FF-4A4A-3950-BD0E7C9CC930}"/>
          </ac:spMkLst>
        </pc:spChg>
        <pc:spChg chg="mod">
          <ac:chgData name="Dike Gan" userId="S::dike.gan@stud.uni-bamberg.de::1e31dd42-57c4-40f4-b2a2-244a1677b87d" providerId="AD" clId="Web-{6F8FAD99-9D95-B1F4-C712-F83BAAD33818}" dt="2025-12-15T18:01:58.020" v="43" actId="1076"/>
          <ac:spMkLst>
            <pc:docMk/>
            <pc:sldMk cId="3354348667" sldId="277"/>
            <ac:spMk id="3" creationId="{D1618A3B-3601-F162-F9CA-AC43EDAF835C}"/>
          </ac:spMkLst>
        </pc:spChg>
      </pc:sldChg>
      <pc:sldChg chg="mod modShow">
        <pc:chgData name="Dike Gan" userId="S::dike.gan@stud.uni-bamberg.de::1e31dd42-57c4-40f4-b2a2-244a1677b87d" providerId="AD" clId="Web-{6F8FAD99-9D95-B1F4-C712-F83BAAD33818}" dt="2025-12-15T17:50:36.144" v="13"/>
        <pc:sldMkLst>
          <pc:docMk/>
          <pc:sldMk cId="3244822869" sldId="278"/>
        </pc:sldMkLst>
      </pc:sldChg>
      <pc:sldChg chg="mod modShow">
        <pc:chgData name="Dike Gan" userId="S::dike.gan@stud.uni-bamberg.de::1e31dd42-57c4-40f4-b2a2-244a1677b87d" providerId="AD" clId="Web-{6F8FAD99-9D95-B1F4-C712-F83BAAD33818}" dt="2025-12-15T17:50:39.191" v="14"/>
        <pc:sldMkLst>
          <pc:docMk/>
          <pc:sldMk cId="2369349524" sldId="279"/>
        </pc:sldMkLst>
      </pc:sldChg>
      <pc:sldChg chg="modSp">
        <pc:chgData name="Dike Gan" userId="S::dike.gan@stud.uni-bamberg.de::1e31dd42-57c4-40f4-b2a2-244a1677b87d" providerId="AD" clId="Web-{6F8FAD99-9D95-B1F4-C712-F83BAAD33818}" dt="2025-12-15T17:52:46.946" v="19" actId="20577"/>
        <pc:sldMkLst>
          <pc:docMk/>
          <pc:sldMk cId="1899153976" sldId="280"/>
        </pc:sldMkLst>
        <pc:spChg chg="mod">
          <ac:chgData name="Dike Gan" userId="S::dike.gan@stud.uni-bamberg.de::1e31dd42-57c4-40f4-b2a2-244a1677b87d" providerId="AD" clId="Web-{6F8FAD99-9D95-B1F4-C712-F83BAAD33818}" dt="2025-12-15T17:52:46.946" v="19" actId="20577"/>
          <ac:spMkLst>
            <pc:docMk/>
            <pc:sldMk cId="1899153976" sldId="280"/>
            <ac:spMk id="3" creationId="{A50FE721-68F6-DD1F-A6D3-E51235125E04}"/>
          </ac:spMkLst>
        </pc:spChg>
      </pc:sldChg>
      <pc:sldChg chg="mod modShow">
        <pc:chgData name="Dike Gan" userId="S::dike.gan@stud.uni-bamberg.de::1e31dd42-57c4-40f4-b2a2-244a1677b87d" providerId="AD" clId="Web-{6F8FAD99-9D95-B1F4-C712-F83BAAD33818}" dt="2025-12-15T17:54:33.918" v="36"/>
        <pc:sldMkLst>
          <pc:docMk/>
          <pc:sldMk cId="3975295877" sldId="281"/>
        </pc:sldMkLst>
      </pc:sldChg>
      <pc:sldChg chg="modSp new">
        <pc:chgData name="Dike Gan" userId="S::dike.gan@stud.uni-bamberg.de::1e31dd42-57c4-40f4-b2a2-244a1677b87d" providerId="AD" clId="Web-{6F8FAD99-9D95-B1F4-C712-F83BAAD33818}" dt="2025-12-15T17:53:50.683" v="29" actId="20577"/>
        <pc:sldMkLst>
          <pc:docMk/>
          <pc:sldMk cId="543641125" sldId="283"/>
        </pc:sldMkLst>
        <pc:spChg chg="mod">
          <ac:chgData name="Dike Gan" userId="S::dike.gan@stud.uni-bamberg.de::1e31dd42-57c4-40f4-b2a2-244a1677b87d" providerId="AD" clId="Web-{6F8FAD99-9D95-B1F4-C712-F83BAAD33818}" dt="2025-12-15T17:53:50.683" v="29" actId="20577"/>
          <ac:spMkLst>
            <pc:docMk/>
            <pc:sldMk cId="543641125" sldId="283"/>
            <ac:spMk id="2" creationId="{C9D57744-8157-4454-2E96-BC026C5423BD}"/>
          </ac:spMkLst>
        </pc:spChg>
        <pc:spChg chg="mod">
          <ac:chgData name="Dike Gan" userId="S::dike.gan@stud.uni-bamberg.de::1e31dd42-57c4-40f4-b2a2-244a1677b87d" providerId="AD" clId="Web-{6F8FAD99-9D95-B1F4-C712-F83BAAD33818}" dt="2025-12-15T17:53:42.948" v="28" actId="20577"/>
          <ac:spMkLst>
            <pc:docMk/>
            <pc:sldMk cId="543641125" sldId="283"/>
            <ac:spMk id="3" creationId="{023C6B68-3467-80E5-0B9C-9C6453B4EEE2}"/>
          </ac:spMkLst>
        </pc:spChg>
      </pc:sldChg>
    </pc:docChg>
  </pc:docChgLst>
  <pc:docChgLst>
    <pc:chgData name="Ruiqi Sun" userId="S::ruiqi.sun@stud.uni-bamberg.de::379585de-1cac-482a-9f4d-c10ebfc621e8" providerId="AD" clId="Web-{0741B441-36A8-7A27-1701-FB572BDDDE67}"/>
    <pc:docChg chg="addSld delSld modSld">
      <pc:chgData name="Ruiqi Sun" userId="S::ruiqi.sun@stud.uni-bamberg.de::379585de-1cac-482a-9f4d-c10ebfc621e8" providerId="AD" clId="Web-{0741B441-36A8-7A27-1701-FB572BDDDE67}" dt="2025-12-15T03:26:06.411" v="99"/>
      <pc:docMkLst>
        <pc:docMk/>
      </pc:docMkLst>
      <pc:sldChg chg="modSp">
        <pc:chgData name="Ruiqi Sun" userId="S::ruiqi.sun@stud.uni-bamberg.de::379585de-1cac-482a-9f4d-c10ebfc621e8" providerId="AD" clId="Web-{0741B441-36A8-7A27-1701-FB572BDDDE67}" dt="2025-12-14T19:32:33.777" v="97" actId="1076"/>
        <pc:sldMkLst>
          <pc:docMk/>
          <pc:sldMk cId="1750009648" sldId="257"/>
        </pc:sldMkLst>
        <pc:spChg chg="mod">
          <ac:chgData name="Ruiqi Sun" userId="S::ruiqi.sun@stud.uni-bamberg.de::379585de-1cac-482a-9f4d-c10ebfc621e8" providerId="AD" clId="Web-{0741B441-36A8-7A27-1701-FB572BDDDE67}" dt="2025-12-14T19:32:33.777" v="97" actId="1076"/>
          <ac:spMkLst>
            <pc:docMk/>
            <pc:sldMk cId="1750009648" sldId="257"/>
            <ac:spMk id="3" creationId="{00000000-0000-0000-0000-000000000000}"/>
          </ac:spMkLst>
        </pc:spChg>
      </pc:sldChg>
      <pc:sldChg chg="modSp">
        <pc:chgData name="Ruiqi Sun" userId="S::ruiqi.sun@stud.uni-bamberg.de::379585de-1cac-482a-9f4d-c10ebfc621e8" providerId="AD" clId="Web-{0741B441-36A8-7A27-1701-FB572BDDDE67}" dt="2025-12-14T19:05:10.285" v="51" actId="20577"/>
        <pc:sldMkLst>
          <pc:docMk/>
          <pc:sldMk cId="764882151" sldId="258"/>
        </pc:sldMkLst>
        <pc:spChg chg="mod">
          <ac:chgData name="Ruiqi Sun" userId="S::ruiqi.sun@stud.uni-bamberg.de::379585de-1cac-482a-9f4d-c10ebfc621e8" providerId="AD" clId="Web-{0741B441-36A8-7A27-1701-FB572BDDDE67}" dt="2025-12-14T19:05:10.285" v="51" actId="20577"/>
          <ac:spMkLst>
            <pc:docMk/>
            <pc:sldMk cId="764882151" sldId="258"/>
            <ac:spMk id="2" creationId="{8BC4D95F-10C9-2BCE-9E30-9853D8450AA1}"/>
          </ac:spMkLst>
        </pc:spChg>
      </pc:sldChg>
      <pc:sldChg chg="modSp del">
        <pc:chgData name="Ruiqi Sun" userId="S::ruiqi.sun@stud.uni-bamberg.de::379585de-1cac-482a-9f4d-c10ebfc621e8" providerId="AD" clId="Web-{0741B441-36A8-7A27-1701-FB572BDDDE67}" dt="2025-12-15T00:39:17.118" v="98"/>
        <pc:sldMkLst>
          <pc:docMk/>
          <pc:sldMk cId="435376626" sldId="259"/>
        </pc:sldMkLst>
        <pc:spChg chg="mod">
          <ac:chgData name="Ruiqi Sun" userId="S::ruiqi.sun@stud.uni-bamberg.de::379585de-1cac-482a-9f4d-c10ebfc621e8" providerId="AD" clId="Web-{0741B441-36A8-7A27-1701-FB572BDDDE67}" dt="2025-12-14T19:05:20.942" v="59" actId="20577"/>
          <ac:spMkLst>
            <pc:docMk/>
            <pc:sldMk cId="435376626" sldId="259"/>
            <ac:spMk id="2" creationId="{993128BE-6E04-F3E8-2ED3-F59CF551E71C}"/>
          </ac:spMkLst>
        </pc:spChg>
      </pc:sldChg>
      <pc:sldChg chg="modSp">
        <pc:chgData name="Ruiqi Sun" userId="S::ruiqi.sun@stud.uni-bamberg.de::379585de-1cac-482a-9f4d-c10ebfc621e8" providerId="AD" clId="Web-{0741B441-36A8-7A27-1701-FB572BDDDE67}" dt="2025-12-14T19:12:26.899" v="61" actId="20577"/>
        <pc:sldMkLst>
          <pc:docMk/>
          <pc:sldMk cId="4170206788" sldId="264"/>
        </pc:sldMkLst>
        <pc:spChg chg="mod">
          <ac:chgData name="Ruiqi Sun" userId="S::ruiqi.sun@stud.uni-bamberg.de::379585de-1cac-482a-9f4d-c10ebfc621e8" providerId="AD" clId="Web-{0741B441-36A8-7A27-1701-FB572BDDDE67}" dt="2025-12-14T19:12:26.899" v="61" actId="20577"/>
          <ac:spMkLst>
            <pc:docMk/>
            <pc:sldMk cId="4170206788" sldId="264"/>
            <ac:spMk id="3" creationId="{00D1DB58-4916-8597-08A2-DA533C2B0ACD}"/>
          </ac:spMkLst>
        </pc:spChg>
      </pc:sldChg>
      <pc:sldChg chg="modSp">
        <pc:chgData name="Ruiqi Sun" userId="S::ruiqi.sun@stud.uni-bamberg.de::379585de-1cac-482a-9f4d-c10ebfc621e8" providerId="AD" clId="Web-{0741B441-36A8-7A27-1701-FB572BDDDE67}" dt="2025-12-14T18:52:12.680" v="6"/>
        <pc:sldMkLst>
          <pc:docMk/>
          <pc:sldMk cId="2548993865" sldId="268"/>
        </pc:sldMkLst>
        <pc:graphicFrameChg chg="mod modGraphic">
          <ac:chgData name="Ruiqi Sun" userId="S::ruiqi.sun@stud.uni-bamberg.de::379585de-1cac-482a-9f4d-c10ebfc621e8" providerId="AD" clId="Web-{0741B441-36A8-7A27-1701-FB572BDDDE67}" dt="2025-12-14T18:52:12.680" v="6"/>
          <ac:graphicFrameMkLst>
            <pc:docMk/>
            <pc:sldMk cId="2548993865" sldId="268"/>
            <ac:graphicFrameMk id="4" creationId="{930A36F6-6070-3DEA-0302-BFB5E81C49F6}"/>
          </ac:graphicFrameMkLst>
        </pc:graphicFrameChg>
      </pc:sldChg>
      <pc:sldChg chg="del">
        <pc:chgData name="Ruiqi Sun" userId="S::ruiqi.sun@stud.uni-bamberg.de::379585de-1cac-482a-9f4d-c10ebfc621e8" providerId="AD" clId="Web-{0741B441-36A8-7A27-1701-FB572BDDDE67}" dt="2025-12-15T03:26:06.411" v="99"/>
        <pc:sldMkLst>
          <pc:docMk/>
          <pc:sldMk cId="3043470021" sldId="273"/>
        </pc:sldMkLst>
      </pc:sldChg>
      <pc:sldChg chg="modSp">
        <pc:chgData name="Ruiqi Sun" userId="S::ruiqi.sun@stud.uni-bamberg.de::379585de-1cac-482a-9f4d-c10ebfc621e8" providerId="AD" clId="Web-{0741B441-36A8-7A27-1701-FB572BDDDE67}" dt="2025-12-14T19:29:55.471" v="96" actId="20577"/>
        <pc:sldMkLst>
          <pc:docMk/>
          <pc:sldMk cId="1556194519" sldId="275"/>
        </pc:sldMkLst>
        <pc:spChg chg="mod">
          <ac:chgData name="Ruiqi Sun" userId="S::ruiqi.sun@stud.uni-bamberg.de::379585de-1cac-482a-9f4d-c10ebfc621e8" providerId="AD" clId="Web-{0741B441-36A8-7A27-1701-FB572BDDDE67}" dt="2025-12-14T19:29:55.471" v="96" actId="20577"/>
          <ac:spMkLst>
            <pc:docMk/>
            <pc:sldMk cId="1556194519" sldId="275"/>
            <ac:spMk id="3" creationId="{D75A6D5D-2677-95DD-4994-5A628DD3FE2A}"/>
          </ac:spMkLst>
        </pc:spChg>
      </pc:sldChg>
      <pc:sldChg chg="new del">
        <pc:chgData name="Ruiqi Sun" userId="S::ruiqi.sun@stud.uni-bamberg.de::379585de-1cac-482a-9f4d-c10ebfc621e8" providerId="AD" clId="Web-{0741B441-36A8-7A27-1701-FB572BDDDE67}" dt="2025-12-14T18:11:35.477" v="2"/>
        <pc:sldMkLst>
          <pc:docMk/>
          <pc:sldMk cId="3512502916" sldId="283"/>
        </pc:sldMkLst>
      </pc:sldChg>
      <pc:sldChg chg="del">
        <pc:chgData name="Ruiqi Sun" userId="S::ruiqi.sun@stud.uni-bamberg.de::379585de-1cac-482a-9f4d-c10ebfc621e8" providerId="AD" clId="Web-{0741B441-36A8-7A27-1701-FB572BDDDE67}" dt="2025-12-14T18:11:13.273" v="0"/>
        <pc:sldMkLst>
          <pc:docMk/>
          <pc:sldMk cId="4266550111" sldId="283"/>
        </pc:sldMkLst>
      </pc:sldChg>
    </pc:docChg>
  </pc:docChgLst>
  <pc:docChgLst>
    <pc:chgData name="Dike Gan" userId="1e31dd42-57c4-40f4-b2a2-244a1677b87d" providerId="ADAL" clId="{9889DAB6-4620-409A-A72F-1E03387EACB0}"/>
    <pc:docChg chg="undo custSel modSld">
      <pc:chgData name="Dike Gan" userId="1e31dd42-57c4-40f4-b2a2-244a1677b87d" providerId="ADAL" clId="{9889DAB6-4620-409A-A72F-1E03387EACB0}" dt="2025-12-16T02:36:52.079" v="275" actId="12"/>
      <pc:docMkLst>
        <pc:docMk/>
      </pc:docMkLst>
      <pc:sldChg chg="modSp mod">
        <pc:chgData name="Dike Gan" userId="1e31dd42-57c4-40f4-b2a2-244a1677b87d" providerId="ADAL" clId="{9889DAB6-4620-409A-A72F-1E03387EACB0}" dt="2025-12-14T19:32:12.335" v="46" actId="20577"/>
        <pc:sldMkLst>
          <pc:docMk/>
          <pc:sldMk cId="1750009648" sldId="257"/>
        </pc:sldMkLst>
        <pc:spChg chg="mod">
          <ac:chgData name="Dike Gan" userId="1e31dd42-57c4-40f4-b2a2-244a1677b87d" providerId="ADAL" clId="{9889DAB6-4620-409A-A72F-1E03387EACB0}" dt="2025-12-14T19:32:12.335" v="46" actId="20577"/>
          <ac:spMkLst>
            <pc:docMk/>
            <pc:sldMk cId="1750009648" sldId="257"/>
            <ac:spMk id="3" creationId="{00000000-0000-0000-0000-000000000000}"/>
          </ac:spMkLst>
        </pc:spChg>
      </pc:sldChg>
      <pc:sldChg chg="modSp mod">
        <pc:chgData name="Dike Gan" userId="1e31dd42-57c4-40f4-b2a2-244a1677b87d" providerId="ADAL" clId="{9889DAB6-4620-409A-A72F-1E03387EACB0}" dt="2025-12-14T21:21:56.796" v="65" actId="13926"/>
        <pc:sldMkLst>
          <pc:docMk/>
          <pc:sldMk cId="4101289330" sldId="260"/>
        </pc:sldMkLst>
        <pc:spChg chg="mod">
          <ac:chgData name="Dike Gan" userId="1e31dd42-57c4-40f4-b2a2-244a1677b87d" providerId="ADAL" clId="{9889DAB6-4620-409A-A72F-1E03387EACB0}" dt="2025-12-14T21:21:56.796" v="65" actId="13926"/>
          <ac:spMkLst>
            <pc:docMk/>
            <pc:sldMk cId="4101289330" sldId="260"/>
            <ac:spMk id="3" creationId="{A4D7EE3E-D5D6-2C76-18BE-67601E1706A7}"/>
          </ac:spMkLst>
        </pc:spChg>
      </pc:sldChg>
      <pc:sldChg chg="modSp mod">
        <pc:chgData name="Dike Gan" userId="1e31dd42-57c4-40f4-b2a2-244a1677b87d" providerId="ADAL" clId="{9889DAB6-4620-409A-A72F-1E03387EACB0}" dt="2025-12-14T21:22:56.610" v="70" actId="13926"/>
        <pc:sldMkLst>
          <pc:docMk/>
          <pc:sldMk cId="2273833188" sldId="262"/>
        </pc:sldMkLst>
        <pc:spChg chg="mod">
          <ac:chgData name="Dike Gan" userId="1e31dd42-57c4-40f4-b2a2-244a1677b87d" providerId="ADAL" clId="{9889DAB6-4620-409A-A72F-1E03387EACB0}" dt="2025-12-14T21:22:56.610" v="70" actId="13926"/>
          <ac:spMkLst>
            <pc:docMk/>
            <pc:sldMk cId="2273833188" sldId="262"/>
            <ac:spMk id="3" creationId="{E8DBE1E5-8467-722E-6961-849DC1074D7C}"/>
          </ac:spMkLst>
        </pc:spChg>
      </pc:sldChg>
      <pc:sldChg chg="modSp mod">
        <pc:chgData name="Dike Gan" userId="1e31dd42-57c4-40f4-b2a2-244a1677b87d" providerId="ADAL" clId="{9889DAB6-4620-409A-A72F-1E03387EACB0}" dt="2025-12-14T21:23:33.200" v="75" actId="13926"/>
        <pc:sldMkLst>
          <pc:docMk/>
          <pc:sldMk cId="1993913797" sldId="263"/>
        </pc:sldMkLst>
        <pc:spChg chg="mod">
          <ac:chgData name="Dike Gan" userId="1e31dd42-57c4-40f4-b2a2-244a1677b87d" providerId="ADAL" clId="{9889DAB6-4620-409A-A72F-1E03387EACB0}" dt="2025-12-14T21:23:33.200" v="75" actId="13926"/>
          <ac:spMkLst>
            <pc:docMk/>
            <pc:sldMk cId="1993913797" sldId="263"/>
            <ac:spMk id="3" creationId="{E322CDD0-848F-2CD8-B0E5-109A873FDEE2}"/>
          </ac:spMkLst>
        </pc:spChg>
      </pc:sldChg>
      <pc:sldChg chg="modSp mod">
        <pc:chgData name="Dike Gan" userId="1e31dd42-57c4-40f4-b2a2-244a1677b87d" providerId="ADAL" clId="{9889DAB6-4620-409A-A72F-1E03387EACB0}" dt="2025-12-14T21:23:55.479" v="80" actId="13926"/>
        <pc:sldMkLst>
          <pc:docMk/>
          <pc:sldMk cId="4170206788" sldId="264"/>
        </pc:sldMkLst>
        <pc:spChg chg="mod">
          <ac:chgData name="Dike Gan" userId="1e31dd42-57c4-40f4-b2a2-244a1677b87d" providerId="ADAL" clId="{9889DAB6-4620-409A-A72F-1E03387EACB0}" dt="2025-12-14T21:23:55.479" v="80" actId="13926"/>
          <ac:spMkLst>
            <pc:docMk/>
            <pc:sldMk cId="4170206788" sldId="264"/>
            <ac:spMk id="3" creationId="{00D1DB58-4916-8597-08A2-DA533C2B0ACD}"/>
          </ac:spMkLst>
        </pc:spChg>
      </pc:sldChg>
      <pc:sldChg chg="addSp modSp mod">
        <pc:chgData name="Dike Gan" userId="1e31dd42-57c4-40f4-b2a2-244a1677b87d" providerId="ADAL" clId="{9889DAB6-4620-409A-A72F-1E03387EACB0}" dt="2025-12-14T21:25:57.120" v="101" actId="1076"/>
        <pc:sldMkLst>
          <pc:docMk/>
          <pc:sldMk cId="2601818809" sldId="265"/>
        </pc:sldMkLst>
        <pc:spChg chg="mod">
          <ac:chgData name="Dike Gan" userId="1e31dd42-57c4-40f4-b2a2-244a1677b87d" providerId="ADAL" clId="{9889DAB6-4620-409A-A72F-1E03387EACB0}" dt="2025-12-14T21:25:38.065" v="99" actId="14100"/>
          <ac:spMkLst>
            <pc:docMk/>
            <pc:sldMk cId="2601818809" sldId="265"/>
            <ac:spMk id="3" creationId="{27231C28-0656-B387-AA94-696F8F34192E}"/>
          </ac:spMkLst>
        </pc:spChg>
        <pc:spChg chg="add mod">
          <ac:chgData name="Dike Gan" userId="1e31dd42-57c4-40f4-b2a2-244a1677b87d" providerId="ADAL" clId="{9889DAB6-4620-409A-A72F-1E03387EACB0}" dt="2025-12-14T21:25:57.120" v="101" actId="1076"/>
          <ac:spMkLst>
            <pc:docMk/>
            <pc:sldMk cId="2601818809" sldId="265"/>
            <ac:spMk id="4" creationId="{0A21E96D-BC13-7D43-0B43-48F3DED58255}"/>
          </ac:spMkLst>
        </pc:spChg>
      </pc:sldChg>
      <pc:sldChg chg="addSp delSp modSp mod">
        <pc:chgData name="Dike Gan" userId="1e31dd42-57c4-40f4-b2a2-244a1677b87d" providerId="ADAL" clId="{9889DAB6-4620-409A-A72F-1E03387EACB0}" dt="2025-12-15T00:14:52.320" v="244" actId="1076"/>
        <pc:sldMkLst>
          <pc:docMk/>
          <pc:sldMk cId="1556194519" sldId="275"/>
        </pc:sldMkLst>
        <pc:spChg chg="del mod">
          <ac:chgData name="Dike Gan" userId="1e31dd42-57c4-40f4-b2a2-244a1677b87d" providerId="ADAL" clId="{9889DAB6-4620-409A-A72F-1E03387EACB0}" dt="2025-12-15T00:06:33.638" v="178" actId="478"/>
          <ac:spMkLst>
            <pc:docMk/>
            <pc:sldMk cId="1556194519" sldId="275"/>
            <ac:spMk id="3" creationId="{D75A6D5D-2677-95DD-4994-5A628DD3FE2A}"/>
          </ac:spMkLst>
        </pc:spChg>
        <pc:spChg chg="add del mod">
          <ac:chgData name="Dike Gan" userId="1e31dd42-57c4-40f4-b2a2-244a1677b87d" providerId="ADAL" clId="{9889DAB6-4620-409A-A72F-1E03387EACB0}" dt="2025-12-15T00:07:45.145" v="183"/>
          <ac:spMkLst>
            <pc:docMk/>
            <pc:sldMk cId="1556194519" sldId="275"/>
            <ac:spMk id="8" creationId="{1205B4CE-FA74-2347-7311-3487A799EBCB}"/>
          </ac:spMkLst>
        </pc:spChg>
        <pc:spChg chg="add del mod">
          <ac:chgData name="Dike Gan" userId="1e31dd42-57c4-40f4-b2a2-244a1677b87d" providerId="ADAL" clId="{9889DAB6-4620-409A-A72F-1E03387EACB0}" dt="2025-12-15T00:08:54.710" v="193" actId="478"/>
          <ac:spMkLst>
            <pc:docMk/>
            <pc:sldMk cId="1556194519" sldId="275"/>
            <ac:spMk id="9" creationId="{4BAAA97A-D9AE-5200-A736-686943886CF4}"/>
          </ac:spMkLst>
        </pc:spChg>
        <pc:spChg chg="add del mod">
          <ac:chgData name="Dike Gan" userId="1e31dd42-57c4-40f4-b2a2-244a1677b87d" providerId="ADAL" clId="{9889DAB6-4620-409A-A72F-1E03387EACB0}" dt="2025-12-15T00:14:37.561" v="240" actId="478"/>
          <ac:spMkLst>
            <pc:docMk/>
            <pc:sldMk cId="1556194519" sldId="275"/>
            <ac:spMk id="10" creationId="{D435ECDE-D5D7-9C13-B870-664372075EDD}"/>
          </ac:spMkLst>
        </pc:spChg>
        <pc:spChg chg="add del mod">
          <ac:chgData name="Dike Gan" userId="1e31dd42-57c4-40f4-b2a2-244a1677b87d" providerId="ADAL" clId="{9889DAB6-4620-409A-A72F-1E03387EACB0}" dt="2025-12-15T00:14:47.357" v="243" actId="478"/>
          <ac:spMkLst>
            <pc:docMk/>
            <pc:sldMk cId="1556194519" sldId="275"/>
            <ac:spMk id="11" creationId="{85CA3BB9-283F-E8AE-A089-AF348E77D79B}"/>
          </ac:spMkLst>
        </pc:spChg>
        <pc:graphicFrameChg chg="add mod">
          <ac:chgData name="Dike Gan" userId="1e31dd42-57c4-40f4-b2a2-244a1677b87d" providerId="ADAL" clId="{9889DAB6-4620-409A-A72F-1E03387EACB0}" dt="2025-12-15T00:14:52.320" v="244" actId="1076"/>
          <ac:graphicFrameMkLst>
            <pc:docMk/>
            <pc:sldMk cId="1556194519" sldId="275"/>
            <ac:graphicFrameMk id="7" creationId="{68886277-6518-23A5-406B-829CC1A64912}"/>
          </ac:graphicFrameMkLst>
        </pc:graphicFrameChg>
      </pc:sldChg>
      <pc:sldChg chg="addSp modSp mod">
        <pc:chgData name="Dike Gan" userId="1e31dd42-57c4-40f4-b2a2-244a1677b87d" providerId="ADAL" clId="{9889DAB6-4620-409A-A72F-1E03387EACB0}" dt="2025-12-15T02:37:44.989" v="261" actId="1076"/>
        <pc:sldMkLst>
          <pc:docMk/>
          <pc:sldMk cId="1911405568" sldId="276"/>
        </pc:sldMkLst>
        <pc:spChg chg="mod">
          <ac:chgData name="Dike Gan" userId="1e31dd42-57c4-40f4-b2a2-244a1677b87d" providerId="ADAL" clId="{9889DAB6-4620-409A-A72F-1E03387EACB0}" dt="2025-12-15T01:14:06.277" v="257" actId="14100"/>
          <ac:spMkLst>
            <pc:docMk/>
            <pc:sldMk cId="1911405568" sldId="276"/>
            <ac:spMk id="3" creationId="{C300870E-E96E-8801-0A53-5DF5FE0B3528}"/>
          </ac:spMkLst>
        </pc:spChg>
        <pc:picChg chg="add mod">
          <ac:chgData name="Dike Gan" userId="1e31dd42-57c4-40f4-b2a2-244a1677b87d" providerId="ADAL" clId="{9889DAB6-4620-409A-A72F-1E03387EACB0}" dt="2025-12-15T02:37:44.989" v="261" actId="1076"/>
          <ac:picMkLst>
            <pc:docMk/>
            <pc:sldMk cId="1911405568" sldId="276"/>
            <ac:picMk id="5" creationId="{13FF247B-62E2-3AB0-5A92-C58B2016B9BE}"/>
          </ac:picMkLst>
        </pc:picChg>
      </pc:sldChg>
      <pc:sldChg chg="modSp mod">
        <pc:chgData name="Dike Gan" userId="1e31dd42-57c4-40f4-b2a2-244a1677b87d" providerId="ADAL" clId="{9889DAB6-4620-409A-A72F-1E03387EACB0}" dt="2025-12-14T19:32:44.942" v="58" actId="20577"/>
        <pc:sldMkLst>
          <pc:docMk/>
          <pc:sldMk cId="1899153976" sldId="280"/>
        </pc:sldMkLst>
        <pc:spChg chg="mod">
          <ac:chgData name="Dike Gan" userId="1e31dd42-57c4-40f4-b2a2-244a1677b87d" providerId="ADAL" clId="{9889DAB6-4620-409A-A72F-1E03387EACB0}" dt="2025-12-14T19:32:44.942" v="58" actId="20577"/>
          <ac:spMkLst>
            <pc:docMk/>
            <pc:sldMk cId="1899153976" sldId="280"/>
            <ac:spMk id="2" creationId="{35E3BFDF-2E4B-BDDA-0C48-872A33EA00BD}"/>
          </ac:spMkLst>
        </pc:spChg>
      </pc:sldChg>
      <pc:sldChg chg="modSp">
        <pc:chgData name="Dike Gan" userId="1e31dd42-57c4-40f4-b2a2-244a1677b87d" providerId="ADAL" clId="{9889DAB6-4620-409A-A72F-1E03387EACB0}" dt="2025-12-14T19:32:52.404" v="59"/>
        <pc:sldMkLst>
          <pc:docMk/>
          <pc:sldMk cId="3975295877" sldId="281"/>
        </pc:sldMkLst>
        <pc:spChg chg="mod">
          <ac:chgData name="Dike Gan" userId="1e31dd42-57c4-40f4-b2a2-244a1677b87d" providerId="ADAL" clId="{9889DAB6-4620-409A-A72F-1E03387EACB0}" dt="2025-12-14T19:32:52.404" v="59"/>
          <ac:spMkLst>
            <pc:docMk/>
            <pc:sldMk cId="3975295877" sldId="281"/>
            <ac:spMk id="2" creationId="{110B7382-D2DF-8BE7-EEF3-414F93B0A811}"/>
          </ac:spMkLst>
        </pc:spChg>
      </pc:sldChg>
      <pc:sldChg chg="addSp modSp mod">
        <pc:chgData name="Dike Gan" userId="1e31dd42-57c4-40f4-b2a2-244a1677b87d" providerId="ADAL" clId="{9889DAB6-4620-409A-A72F-1E03387EACB0}" dt="2025-12-16T02:36:52.079" v="275" actId="12"/>
        <pc:sldMkLst>
          <pc:docMk/>
          <pc:sldMk cId="2518922657" sldId="282"/>
        </pc:sldMkLst>
        <pc:spChg chg="mod">
          <ac:chgData name="Dike Gan" userId="1e31dd42-57c4-40f4-b2a2-244a1677b87d" providerId="ADAL" clId="{9889DAB6-4620-409A-A72F-1E03387EACB0}" dt="2025-12-14T19:32:56.514" v="60"/>
          <ac:spMkLst>
            <pc:docMk/>
            <pc:sldMk cId="2518922657" sldId="282"/>
            <ac:spMk id="2" creationId="{3FE2A892-226B-68A0-99E2-EC3842145F87}"/>
          </ac:spMkLst>
        </pc:spChg>
        <pc:spChg chg="mod">
          <ac:chgData name="Dike Gan" userId="1e31dd42-57c4-40f4-b2a2-244a1677b87d" providerId="ADAL" clId="{9889DAB6-4620-409A-A72F-1E03387EACB0}" dt="2025-12-16T02:36:52.079" v="275" actId="12"/>
          <ac:spMkLst>
            <pc:docMk/>
            <pc:sldMk cId="2518922657" sldId="282"/>
            <ac:spMk id="3" creationId="{CC31622B-FD2B-B7FD-814E-BF96198CC57A}"/>
          </ac:spMkLst>
        </pc:spChg>
        <pc:spChg chg="add">
          <ac:chgData name="Dike Gan" userId="1e31dd42-57c4-40f4-b2a2-244a1677b87d" providerId="ADAL" clId="{9889DAB6-4620-409A-A72F-1E03387EACB0}" dt="2025-12-16T02:36:26.229" v="268"/>
          <ac:spMkLst>
            <pc:docMk/>
            <pc:sldMk cId="2518922657" sldId="282"/>
            <ac:spMk id="4" creationId="{2824699A-7BE6-BDDD-644C-3ECE76E19493}"/>
          </ac:spMkLst>
        </pc:spChg>
        <pc:spChg chg="add">
          <ac:chgData name="Dike Gan" userId="1e31dd42-57c4-40f4-b2a2-244a1677b87d" providerId="ADAL" clId="{9889DAB6-4620-409A-A72F-1E03387EACB0}" dt="2025-12-16T02:36:34.920" v="269"/>
          <ac:spMkLst>
            <pc:docMk/>
            <pc:sldMk cId="2518922657" sldId="282"/>
            <ac:spMk id="5" creationId="{400C75CC-3C14-E043-20A9-A7AAE2715BC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3_5CC1A4D7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b="1"/>
              <a:t>Overall Accuracy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Model A (ImageNet + Linear)</c:v>
                </c:pt>
                <c:pt idx="1">
                  <c:v>Model B (ImageNet + Fine-tuning)</c:v>
                </c:pt>
                <c:pt idx="2">
                  <c:v>Model C (Flower + Linear)</c:v>
                </c:pt>
                <c:pt idx="3">
                  <c:v>Model D (Flower + Fine-tuning)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0.85199999999999998</c:v>
                </c:pt>
                <c:pt idx="2">
                  <c:v>0.78800000000000003</c:v>
                </c:pt>
                <c:pt idx="3">
                  <c:v>0.84599999999999997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F3-4BFD-B4A8-7BCFA729FB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17214048"/>
        <c:axId val="17211648"/>
      </c:barChart>
      <c:catAx>
        <c:axId val="172140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E"/>
          </a:p>
        </c:txPr>
        <c:crossAx val="17211648"/>
        <c:crosses val="autoZero"/>
        <c:auto val="1"/>
        <c:lblAlgn val="ctr"/>
        <c:lblOffset val="100"/>
        <c:noMultiLvlLbl val="0"/>
      </c:catAx>
      <c:valAx>
        <c:axId val="17211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Accuracy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E"/>
          </a:p>
        </c:txPr>
        <c:crossAx val="1721404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87F8790-5B25-A26F-C136-BC123F14B2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9D0C0B-9D3A-9326-9C83-289A7F67F4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A691E-79F3-45DE-9D4D-896D3AC50761}" type="datetimeFigureOut">
              <a:rPr lang="en-DE" smtClean="0"/>
              <a:t>12/15/2025</a:t>
            </a:fld>
            <a:endParaRPr lang="en-DE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BCD2B8-87A9-440A-3351-23367B0A63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A3AEF8-4391-19D8-21DC-D1EF854A25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831D3-8DC3-4FE8-9BD3-53C1A70F80C8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541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66854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7467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838200" y="2590800"/>
            <a:ext cx="7467600" cy="3552844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2222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7467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sz="half" idx="1"/>
          </p:nvPr>
        </p:nvSpPr>
        <p:spPr>
          <a:xfrm>
            <a:off x="838200" y="2395550"/>
            <a:ext cx="3657600" cy="37480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395550"/>
            <a:ext cx="3657600" cy="37480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9486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1131894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457200" y="2392369"/>
            <a:ext cx="4040188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Inhaltsplatzhalter 3"/>
          <p:cNvSpPr>
            <a:spLocks noGrp="1"/>
          </p:cNvSpPr>
          <p:nvPr>
            <p:ph sz="half" idx="2"/>
          </p:nvPr>
        </p:nvSpPr>
        <p:spPr>
          <a:xfrm>
            <a:off x="457200" y="3032131"/>
            <a:ext cx="4040188" cy="332582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392369"/>
            <a:ext cx="4041775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032131"/>
            <a:ext cx="4041775" cy="332582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5135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9976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07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100491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3575050" y="1000108"/>
            <a:ext cx="5111750" cy="52864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166961"/>
            <a:ext cx="3008313" cy="41195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99722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838200" y="2590800"/>
            <a:ext cx="7467600" cy="35528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6582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1792288" y="1142983"/>
            <a:ext cx="5486400" cy="3584591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51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rafik 6" descr="ub-cd-ppt-back02-5_grau.gif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Grafik 7" descr="ub-cd-ppt-back02-5.gif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143000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das Titelformat</a:t>
            </a:r>
            <a:br>
              <a:rPr lang="de-DE"/>
            </a:br>
            <a:r>
              <a:rPr lang="de-DE"/>
              <a:t>zu bearbeiten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590800"/>
            <a:ext cx="7467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auto">
          <a:xfrm>
            <a:off x="7924800" y="6557963"/>
            <a:ext cx="1066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S. </a:t>
            </a:r>
            <a:fld id="{2360F2B3-46C7-490E-BF4F-3D0D5024CC12}" type="slidenum"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pPr algn="r">
                <a:defRPr/>
              </a:pPr>
              <a:t>‹#›</a:t>
            </a:fld>
            <a:endParaRPr lang="de-DE" sz="900">
              <a:solidFill>
                <a:srgbClr val="00407A"/>
              </a:solidFill>
              <a:latin typeface="Arial" charset="0"/>
              <a:cs typeface="+mn-cs"/>
            </a:endParaRP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152400" y="6557963"/>
            <a:ext cx="7543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xAI</a:t>
            </a:r>
            <a:r>
              <a:rPr lang="en-US" sz="900">
                <a:solidFill>
                  <a:srgbClr val="00407A"/>
                </a:solidFill>
                <a:latin typeface="Arial" charset="0"/>
                <a:cs typeface="+mn-cs"/>
              </a:rPr>
              <a:t>-</a:t>
            </a:r>
            <a:r>
              <a:rPr lang="en-US" sz="900" err="1">
                <a:solidFill>
                  <a:srgbClr val="00407A"/>
                </a:solidFill>
                <a:latin typeface="Arial" charset="0"/>
                <a:cs typeface="+mn-cs"/>
              </a:rPr>
              <a:t>Proj</a:t>
            </a:r>
            <a:r>
              <a:rPr lang="en-US" sz="900">
                <a:solidFill>
                  <a:srgbClr val="00407A"/>
                </a:solidFill>
                <a:latin typeface="Arial" charset="0"/>
                <a:cs typeface="+mn-cs"/>
              </a:rPr>
              <a:t>-B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 | Pixel </a:t>
            </a: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Prophets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 | Fatemeh </a:t>
            </a: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Hajimohammadi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, </a:t>
            </a: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Ruiqi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 Sun, Dike Gan </a:t>
            </a:r>
            <a:r>
              <a:rPr lang="de-DE" sz="900" kern="1200">
                <a:solidFill>
                  <a:srgbClr val="00407A"/>
                </a:solidFill>
                <a:latin typeface="Arial" charset="0"/>
                <a:ea typeface="+mn-ea"/>
                <a:cs typeface="Arial" charset="0"/>
              </a:rPr>
              <a:t>| </a:t>
            </a:r>
            <a:r>
              <a:rPr lang="de-DE" sz="900" baseline="0">
                <a:solidFill>
                  <a:srgbClr val="00407A"/>
                </a:solidFill>
                <a:latin typeface="Arial" charset="0"/>
                <a:cs typeface="+mn-cs"/>
              </a:rPr>
              <a:t>Lehrstuhl f</a:t>
            </a:r>
            <a:r>
              <a:rPr lang="en-GB" sz="900" baseline="0" err="1">
                <a:solidFill>
                  <a:srgbClr val="00407A"/>
                </a:solidFill>
                <a:latin typeface="Arial" charset="0"/>
                <a:cs typeface="+mn-cs"/>
              </a:rPr>
              <a:t>ür</a:t>
            </a:r>
            <a:r>
              <a:rPr lang="en-GB" sz="900" baseline="0">
                <a:solidFill>
                  <a:srgbClr val="00407A"/>
                </a:solidFill>
                <a:latin typeface="Arial" charset="0"/>
                <a:cs typeface="+mn-cs"/>
              </a:rPr>
              <a:t> </a:t>
            </a:r>
            <a:r>
              <a:rPr lang="en-GB" sz="900" baseline="0" err="1">
                <a:solidFill>
                  <a:srgbClr val="00407A"/>
                </a:solidFill>
                <a:latin typeface="Arial" charset="0"/>
                <a:cs typeface="+mn-cs"/>
              </a:rPr>
              <a:t>Erklärbares</a:t>
            </a:r>
            <a:r>
              <a:rPr lang="en-GB" sz="900" baseline="0">
                <a:solidFill>
                  <a:srgbClr val="00407A"/>
                </a:solidFill>
                <a:latin typeface="Arial" charset="0"/>
                <a:cs typeface="+mn-cs"/>
              </a:rPr>
              <a:t> </a:t>
            </a:r>
            <a:r>
              <a:rPr lang="en-GB" sz="900" baseline="0" err="1">
                <a:solidFill>
                  <a:srgbClr val="00407A"/>
                </a:solidFill>
                <a:latin typeface="Arial" charset="0"/>
                <a:cs typeface="+mn-cs"/>
              </a:rPr>
              <a:t>Maschinelles</a:t>
            </a:r>
            <a:r>
              <a:rPr lang="en-GB" sz="900" baseline="0">
                <a:solidFill>
                  <a:srgbClr val="00407A"/>
                </a:solidFill>
                <a:latin typeface="Arial" charset="0"/>
                <a:cs typeface="+mn-cs"/>
              </a:rPr>
              <a:t> </a:t>
            </a:r>
            <a:r>
              <a:rPr lang="en-GB" sz="900" baseline="0" err="1">
                <a:solidFill>
                  <a:srgbClr val="00407A"/>
                </a:solidFill>
                <a:latin typeface="Arial" charset="0"/>
                <a:cs typeface="+mn-cs"/>
              </a:rPr>
              <a:t>Lernen</a:t>
            </a:r>
            <a:endParaRPr lang="de-DE" sz="900">
              <a:solidFill>
                <a:srgbClr val="00407A"/>
              </a:solidFill>
              <a:latin typeface="Arial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+"/>
        <a:defRPr sz="16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rafik 4" descr="ub-cd-ppt-back02-5-g_grau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Grafik 4" descr="ub-cd-ppt-back02-1-2.g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5600" y="3429000"/>
            <a:ext cx="5748338" cy="1143000"/>
          </a:xfrm>
        </p:spPr>
        <p:txBody>
          <a:bodyPr/>
          <a:lstStyle/>
          <a:p>
            <a:r>
              <a:rPr lang="en-US"/>
              <a:t>Understanding CNN Training Strategies for Image Classification</a:t>
            </a:r>
            <a:endParaRPr lang="de-DE">
              <a:cs typeface="Arial" charset="0"/>
            </a:endParaRP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4643438"/>
            <a:ext cx="5748338" cy="428625"/>
          </a:xfrm>
        </p:spPr>
        <p:txBody>
          <a:bodyPr anchor="ctr"/>
          <a:lstStyle/>
          <a:p>
            <a:pPr algn="l" eaLnBrk="1" hangingPunct="1"/>
            <a:r>
              <a:rPr lang="de-DE" sz="1400">
                <a:solidFill>
                  <a:srgbClr val="00407A"/>
                </a:solidFill>
                <a:cs typeface="Arial" charset="0"/>
              </a:rPr>
              <a:t>Intermediate </a:t>
            </a:r>
            <a:r>
              <a:rPr lang="de-DE" sz="1400" err="1">
                <a:solidFill>
                  <a:srgbClr val="00407A"/>
                </a:solidFill>
                <a:cs typeface="Arial" charset="0"/>
              </a:rPr>
              <a:t>Presentation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 – </a:t>
            </a:r>
            <a:r>
              <a:rPr lang="de-DE" sz="1400" err="1">
                <a:solidFill>
                  <a:srgbClr val="00407A"/>
                </a:solidFill>
                <a:cs typeface="Arial" charset="0"/>
              </a:rPr>
              <a:t>Explainable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 AI Project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/ Outline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71245" y="2494481"/>
            <a:ext cx="7467600" cy="3828961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Part I: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	Motivation &amp; project background</a:t>
            </a:r>
          </a:p>
          <a:p>
            <a:pPr marL="0" indent="0">
              <a:buNone/>
            </a:pPr>
            <a:r>
              <a:rPr lang="en-US"/>
              <a:t>	CNN training intuition</a:t>
            </a:r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Part II:</a:t>
            </a:r>
          </a:p>
          <a:p>
            <a:pPr marL="0" indent="0">
              <a:buNone/>
            </a:pPr>
            <a:r>
              <a:rPr lang="en-US"/>
              <a:t>	Model design &amp; comparison (A–D)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Part III:</a:t>
            </a:r>
            <a:endParaRPr lang="en-US">
              <a:cs typeface="Arial" charset="0"/>
            </a:endParaRP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	Result &amp; Observation</a:t>
            </a:r>
            <a:endParaRPr lang="en-US">
              <a:cs typeface="Arial" charset="0"/>
            </a:endParaRP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	</a:t>
            </a:r>
            <a:r>
              <a:rPr lang="en-US"/>
              <a:t>Conclusion &amp; Outlook</a:t>
            </a:r>
            <a:endParaRPr lang="en-US">
              <a:cs typeface="Arial" charset="0"/>
            </a:endParaRPr>
          </a:p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009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4D95F-10C9-2BCE-9E30-9853D845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Part I — Project Motivation &amp; Scope</a:t>
            </a:r>
            <a:endParaRPr lang="en-DE">
              <a:latin typeface="Arial"/>
              <a:cs typeface="Arial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F296EA-A9A7-DFA2-4500-4FCABF6C1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Why understanding CNN training matters beyond accuracy</a:t>
            </a:r>
          </a:p>
          <a:p>
            <a:r>
              <a:rPr lang="en-US"/>
              <a:t>Comparing </a:t>
            </a:r>
            <a:r>
              <a:rPr lang="en-US" b="1"/>
              <a:t>training strategies</a:t>
            </a:r>
            <a:r>
              <a:rPr lang="en-US"/>
              <a:t> instead of architectures</a:t>
            </a:r>
          </a:p>
          <a:p>
            <a:r>
              <a:rPr lang="en-US"/>
              <a:t>Establishing strong baselines for later explainability analysis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488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8CB89-7E2C-5DB9-F9DC-05B8A06C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 — CNN Training Intuition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C77034-F98A-74BD-618A-58B264C49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happens during CNN training?</a:t>
            </a:r>
          </a:p>
          <a:p>
            <a:r>
              <a:rPr lang="en-US"/>
              <a:t>Why training feels confusing at first</a:t>
            </a:r>
          </a:p>
          <a:p>
            <a:r>
              <a:rPr lang="en-US"/>
              <a:t>How forward, backward, and optimization work together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3090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D391F-8970-53C6-5ACD-350E7A57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 — CNN Training Intuition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D7EE3E-D5D6-2C76-18BE-67601E170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From Input Images to Predictions</a:t>
            </a:r>
          </a:p>
          <a:p>
            <a:r>
              <a:rPr lang="en-US"/>
              <a:t>Input images are processed in batches</a:t>
            </a:r>
          </a:p>
          <a:p>
            <a:r>
              <a:rPr lang="en-US"/>
              <a:t>The model outputs </a:t>
            </a:r>
            <a:r>
              <a:rPr lang="en-US" b="1"/>
              <a:t>logits</a:t>
            </a:r>
            <a:r>
              <a:rPr lang="en-US"/>
              <a:t>, not probabilities</a:t>
            </a:r>
          </a:p>
          <a:p>
            <a:r>
              <a:rPr lang="en-US"/>
              <a:t>A forward pass produces intermediate representations</a:t>
            </a:r>
          </a:p>
          <a:p>
            <a:endParaRPr lang="en-US"/>
          </a:p>
          <a:p>
            <a:pPr marL="0" indent="0">
              <a:buNone/>
            </a:pPr>
            <a:r>
              <a:rPr lang="en-US">
                <a:highlight>
                  <a:srgbClr val="FFFF00"/>
                </a:highlight>
              </a:rPr>
              <a:t>outputs = model(inputs)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01289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85D51-8FF9-EF63-B562-BBFA0D03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 — CNN Training Intuition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896B3A-30DD-670A-E9EC-A31EFD6BE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What Happens in a Forward Pass?</a:t>
            </a:r>
          </a:p>
          <a:p>
            <a:r>
              <a:rPr lang="en-US"/>
              <a:t>Convolution layers extract hierarchical features</a:t>
            </a:r>
          </a:p>
          <a:p>
            <a:r>
              <a:rPr lang="en-US"/>
              <a:t>Features become increasingly abstract</a:t>
            </a:r>
          </a:p>
          <a:p>
            <a:r>
              <a:rPr lang="en-US"/>
              <a:t>The final layer maps features to class scores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19009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8A38B-9523-1333-A32B-DFDEAABB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 — CNN Training Intuition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DBE1E5-8467-722E-6961-849DC1074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Why Do We Need a Loss Function?</a:t>
            </a:r>
          </a:p>
          <a:p>
            <a:r>
              <a:rPr lang="en-US"/>
              <a:t>Predictions alone are not enough for learning</a:t>
            </a:r>
          </a:p>
          <a:p>
            <a:r>
              <a:rPr lang="en-US"/>
              <a:t>The loss measures </a:t>
            </a:r>
            <a:r>
              <a:rPr lang="en-US" b="1"/>
              <a:t>how wrong</a:t>
            </a:r>
            <a:r>
              <a:rPr lang="en-US"/>
              <a:t> the prediction is</a:t>
            </a:r>
          </a:p>
          <a:p>
            <a:r>
              <a:rPr lang="en-US"/>
              <a:t>Cross-entropy connects logits with true labels</a:t>
            </a:r>
          </a:p>
          <a:p>
            <a:endParaRPr lang="en-US"/>
          </a:p>
          <a:p>
            <a:pPr marL="0" indent="0">
              <a:buNone/>
            </a:pPr>
            <a:r>
              <a:rPr lang="en-US">
                <a:highlight>
                  <a:srgbClr val="FFFF00"/>
                </a:highlight>
              </a:rPr>
              <a:t>loss = criterion(outputs, labels)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3833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89F4D-53CD-4264-AAE3-BEC97966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 — CNN Training Intuition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2CDD0-848F-2CD8-B0E5-109A873FD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Backward Pass: Learning from Errors</a:t>
            </a:r>
          </a:p>
          <a:p>
            <a:r>
              <a:rPr lang="en-US"/>
              <a:t>Gradients show how parameters affect the loss</a:t>
            </a:r>
          </a:p>
          <a:p>
            <a:r>
              <a:rPr lang="en-US"/>
              <a:t>Errors are propagated backward through the network</a:t>
            </a:r>
          </a:p>
          <a:p>
            <a:r>
              <a:rPr lang="en-US"/>
              <a:t>Each layer receives an update signal</a:t>
            </a:r>
          </a:p>
          <a:p>
            <a:endParaRPr lang="en-US"/>
          </a:p>
          <a:p>
            <a:pPr marL="0" indent="0">
              <a:buNone/>
            </a:pPr>
            <a:r>
              <a:rPr lang="en-US" err="1">
                <a:highlight>
                  <a:srgbClr val="FFFF00"/>
                </a:highlight>
              </a:rPr>
              <a:t>loss.backward</a:t>
            </a:r>
            <a:r>
              <a:rPr lang="en-US">
                <a:highlight>
                  <a:srgbClr val="FFFF00"/>
                </a:highlight>
              </a:rPr>
              <a:t>()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9391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70E25-A9B2-60BC-DD76-29FD592F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 — CNN Training Intuition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D1DB58-4916-8597-08A2-DA533C2B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latin typeface="Arial"/>
                <a:cs typeface="Arial"/>
              </a:rPr>
              <a:t>Optimizer: Actual Updating the Model</a:t>
            </a:r>
          </a:p>
          <a:p>
            <a:r>
              <a:rPr lang="en-US"/>
              <a:t>Optimizers use gradients to update weights</a:t>
            </a:r>
          </a:p>
          <a:p>
            <a:r>
              <a:rPr lang="en-US"/>
              <a:t>Learning rate controls update size</a:t>
            </a:r>
          </a:p>
          <a:p>
            <a:r>
              <a:rPr lang="en-US"/>
              <a:t>This step happens </a:t>
            </a:r>
            <a:r>
              <a:rPr lang="en-US" b="1"/>
              <a:t>after</a:t>
            </a:r>
            <a:r>
              <a:rPr lang="en-US"/>
              <a:t> backward pass</a:t>
            </a:r>
          </a:p>
          <a:p>
            <a:endParaRPr lang="en-US"/>
          </a:p>
          <a:p>
            <a:pPr marL="0" indent="0">
              <a:buNone/>
            </a:pPr>
            <a:r>
              <a:rPr lang="en-US" err="1">
                <a:highlight>
                  <a:srgbClr val="FFFF00"/>
                </a:highlight>
              </a:rPr>
              <a:t>optimizer.step</a:t>
            </a:r>
            <a:r>
              <a:rPr lang="en-US">
                <a:highlight>
                  <a:srgbClr val="FFFF00"/>
                </a:highlight>
              </a:rPr>
              <a:t>()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70206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FFC12-0D8C-B9E6-31AB-B0E66191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 — CNN Training Intuition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31C28-0656-B387-AA94-696F8F341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0800"/>
            <a:ext cx="6195646" cy="3552844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Putting Everything Together</a:t>
            </a:r>
          </a:p>
          <a:p>
            <a:r>
              <a:rPr lang="en-US"/>
              <a:t>Forward pass: compute predictions</a:t>
            </a:r>
          </a:p>
          <a:p>
            <a:r>
              <a:rPr lang="en-US"/>
              <a:t>Loss: measure prediction error</a:t>
            </a:r>
          </a:p>
          <a:p>
            <a:r>
              <a:rPr lang="en-US"/>
              <a:t>Backward pass: compute gradients</a:t>
            </a:r>
          </a:p>
          <a:p>
            <a:r>
              <a:rPr lang="en-US"/>
              <a:t>Optimizer: update parameters</a:t>
            </a:r>
          </a:p>
          <a:p>
            <a:endParaRPr lang="en-US"/>
          </a:p>
          <a:p>
            <a:endParaRPr lang="en-US"/>
          </a:p>
          <a:p>
            <a:endParaRPr lang="en-DE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A21E96D-BC13-7D43-0B43-48F3DED58255}"/>
              </a:ext>
            </a:extLst>
          </p:cNvPr>
          <p:cNvSpPr txBox="1">
            <a:spLocks/>
          </p:cNvSpPr>
          <p:nvPr/>
        </p:nvSpPr>
        <p:spPr bwMode="auto">
          <a:xfrm>
            <a:off x="838200" y="4672022"/>
            <a:ext cx="4360985" cy="3552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+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>
                <a:highlight>
                  <a:srgbClr val="FFFF00"/>
                </a:highlight>
              </a:rPr>
              <a:t>outputs = model(inputs)</a:t>
            </a:r>
          </a:p>
          <a:p>
            <a:pPr marL="0" indent="0">
              <a:buNone/>
            </a:pPr>
            <a:r>
              <a:rPr lang="en-US" kern="0">
                <a:highlight>
                  <a:srgbClr val="FFFF00"/>
                </a:highlight>
              </a:rPr>
              <a:t>loss = criterion(outputs, labels)</a:t>
            </a:r>
          </a:p>
          <a:p>
            <a:pPr marL="0" indent="0">
              <a:buNone/>
            </a:pPr>
            <a:r>
              <a:rPr lang="en-US" kern="0" err="1">
                <a:highlight>
                  <a:srgbClr val="FFFF00"/>
                </a:highlight>
              </a:rPr>
              <a:t>loss.backward</a:t>
            </a:r>
            <a:r>
              <a:rPr lang="en-US" kern="0">
                <a:highlight>
                  <a:srgbClr val="FFFF00"/>
                </a:highlight>
              </a:rPr>
              <a:t>()</a:t>
            </a:r>
          </a:p>
          <a:p>
            <a:pPr marL="0" indent="0">
              <a:buNone/>
            </a:pPr>
            <a:r>
              <a:rPr lang="en-US" kern="0" err="1">
                <a:highlight>
                  <a:srgbClr val="FFFF00"/>
                </a:highlight>
              </a:rPr>
              <a:t>optimizer.step</a:t>
            </a:r>
            <a:r>
              <a:rPr lang="en-US" kern="0">
                <a:highlight>
                  <a:srgbClr val="FFFF00"/>
                </a:highlight>
              </a:rPr>
              <a:t>()</a:t>
            </a:r>
          </a:p>
          <a:p>
            <a:endParaRPr lang="en-DE" kern="0"/>
          </a:p>
        </p:txBody>
      </p:sp>
    </p:spTree>
    <p:extLst>
      <p:ext uri="{BB962C8B-B14F-4D97-AF65-F5344CB8AC3E}">
        <p14:creationId xmlns:p14="http://schemas.microsoft.com/office/powerpoint/2010/main" val="2601818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DA9F68-9027-2D59-B3F8-E80AB8386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 — Model Design &amp; Comparison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BEBA9-9C6E-BF2C-BF5B-1EB1964F7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Why Do We Train Four Models?</a:t>
            </a:r>
          </a:p>
          <a:p>
            <a:r>
              <a:rPr lang="en-US"/>
              <a:t>Accuracy alone does not explain model behavior</a:t>
            </a:r>
          </a:p>
          <a:p>
            <a:r>
              <a:rPr lang="en-US"/>
              <a:t>Training strategy strongly influences learned representations</a:t>
            </a:r>
          </a:p>
          <a:p>
            <a:r>
              <a:rPr lang="en-US"/>
              <a:t>We systematically vary </a:t>
            </a:r>
            <a:r>
              <a:rPr lang="en-US" b="1"/>
              <a:t>what is kept fixed</a:t>
            </a:r>
            <a:r>
              <a:rPr lang="en-US"/>
              <a:t> and </a:t>
            </a:r>
            <a:r>
              <a:rPr lang="en-US" b="1"/>
              <a:t>what is adapted</a:t>
            </a:r>
            <a:endParaRPr lang="en-US"/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47403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B08CA-FF9A-B8F2-085C-B56491C7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 — Model Design &amp; Comparison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9AEA0A-B535-BF14-101C-80C987459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Two Key Design Dimensions</a:t>
            </a:r>
          </a:p>
          <a:p>
            <a:r>
              <a:rPr lang="en-US" b="1"/>
              <a:t>Pretraining source</a:t>
            </a:r>
            <a:endParaRPr lang="en-US"/>
          </a:p>
          <a:p>
            <a:pPr lvl="1"/>
            <a:r>
              <a:rPr lang="en-US"/>
              <a:t>ImageNet-pretrained</a:t>
            </a:r>
          </a:p>
          <a:p>
            <a:pPr lvl="1"/>
            <a:r>
              <a:rPr lang="en-US"/>
              <a:t>Flower-pretrained</a:t>
            </a:r>
          </a:p>
          <a:p>
            <a:r>
              <a:rPr lang="en-US" b="1"/>
              <a:t>Training strategy</a:t>
            </a:r>
            <a:endParaRPr lang="en-US"/>
          </a:p>
          <a:p>
            <a:pPr lvl="1"/>
            <a:r>
              <a:rPr lang="en-US"/>
              <a:t>Linear probing (frozen backbone)</a:t>
            </a:r>
          </a:p>
          <a:p>
            <a:pPr lvl="1"/>
            <a:r>
              <a:rPr lang="en-US"/>
              <a:t>Fine-tuning (trainable backbone)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3139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F0028-97FB-9673-6450-0645B380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 — Model Design &amp; Comparison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EEB5A2-C164-9B57-920E-2287A2257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Overview of Models A–D</a:t>
            </a:r>
          </a:p>
          <a:p>
            <a:pPr marL="0" indent="0">
              <a:buNone/>
            </a:pPr>
            <a:endParaRPr lang="en-DE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0A36F6-6070-3DEA-0302-BFB5E81C4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033383"/>
              </p:ext>
            </p:extLst>
          </p:nvPr>
        </p:nvGraphicFramePr>
        <p:xfrm>
          <a:off x="838200" y="3177540"/>
          <a:ext cx="7467600" cy="164592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4142396222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395039206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893517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Frozen backbone (linear probe)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Trainable backbone (fine-tune)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09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ImageNet pretrained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B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348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Flower pretrained (checkpoint)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42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993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78597-9E7D-56FD-6CA6-C4AFA440A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 — Model Design &amp; Comparison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2A156B-644B-1B68-E879-F3E8692D5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Linear Probing vs Fine-Tuning</a:t>
            </a:r>
          </a:p>
          <a:p>
            <a:r>
              <a:rPr lang="en-US"/>
              <a:t>Linear probing keeps feature extractor fixed</a:t>
            </a:r>
          </a:p>
          <a:p>
            <a:r>
              <a:rPr lang="en-US"/>
              <a:t>Only the classification head is trained</a:t>
            </a:r>
          </a:p>
          <a:p>
            <a:r>
              <a:rPr lang="en-US"/>
              <a:t>Fine-tuning allows features to adapt to the new task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92891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4DF85B-6163-DCED-910E-69453889E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 — Model Design &amp; Comparison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BC5E6-B201-C7B3-F49D-EE637A373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Why Different Pretraining Sources Matter</a:t>
            </a:r>
          </a:p>
          <a:p>
            <a:r>
              <a:rPr lang="en-US"/>
              <a:t>ImageNet provides generic visual features</a:t>
            </a:r>
          </a:p>
          <a:p>
            <a:r>
              <a:rPr lang="en-US"/>
              <a:t>Flower-pretraining emphasizes domain-specific patterns</a:t>
            </a:r>
          </a:p>
          <a:p>
            <a:r>
              <a:rPr lang="en-US"/>
              <a:t>Pretraining biases what the model focuses on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6408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9ED66-025C-23B5-0AE8-06E3F61A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 — Model Design &amp; Comparison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106B57-32D6-4752-1186-46D0CDC88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What We Expect to Learn from the Comparison</a:t>
            </a:r>
          </a:p>
          <a:p>
            <a:r>
              <a:rPr lang="en-US"/>
              <a:t>When is fine-tuning worth the extra complexity?</a:t>
            </a:r>
          </a:p>
          <a:p>
            <a:r>
              <a:rPr lang="en-US"/>
              <a:t>How transferable are pretrained features?</a:t>
            </a:r>
          </a:p>
          <a:p>
            <a:r>
              <a:rPr lang="en-US"/>
              <a:t>How sensitive are models to domain shifts?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19282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6CDA2-D6F7-BB19-1BF8-9C337A5B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Part III — Results &amp; Observations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2D35CA-42AC-3CAC-3D72-E48DAF892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How to Read the Results</a:t>
            </a:r>
          </a:p>
          <a:p>
            <a:r>
              <a:rPr lang="en-US"/>
              <a:t>Accuracy summarizes performance, but hides behavior</a:t>
            </a:r>
          </a:p>
          <a:p>
            <a:r>
              <a:rPr lang="en-US"/>
              <a:t>Loss reflects learning dynamics during training</a:t>
            </a:r>
          </a:p>
          <a:p>
            <a:r>
              <a:rPr lang="en-US"/>
              <a:t>We focus on </a:t>
            </a:r>
            <a:r>
              <a:rPr lang="en-US" b="1"/>
              <a:t>relative differences</a:t>
            </a:r>
            <a:r>
              <a:rPr lang="en-US"/>
              <a:t>, not absolute numbers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81911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5A803-BE87-357E-1F1A-21FDB96DD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Part III — Results </a:t>
            </a:r>
            <a:endParaRPr lang="en-DE">
              <a:latin typeface="Arial"/>
              <a:cs typeface="Arial"/>
            </a:endParaRP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68886277-6518-23A5-406B-829CC1A649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7996869"/>
              </p:ext>
            </p:extLst>
          </p:nvPr>
        </p:nvGraphicFramePr>
        <p:xfrm>
          <a:off x="615043" y="2032000"/>
          <a:ext cx="7913914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6194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B4FAF-8CBA-630D-8D53-081BA23F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Part III — Results &amp; Observations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00870E-E96E-8801-0A53-5DF5FE0B3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897" y="2057644"/>
            <a:ext cx="2907323" cy="392532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Arial"/>
                <a:cs typeface="Arial"/>
              </a:rPr>
              <a:t>Training Loss Dynamics</a:t>
            </a:r>
          </a:p>
          <a:p>
            <a:r>
              <a:rPr lang="en-US">
                <a:latin typeface="Arial"/>
                <a:cs typeface="Arial"/>
              </a:rPr>
              <a:t>Fine-tuning shows a steeper loss reduction</a:t>
            </a:r>
          </a:p>
          <a:p>
            <a:r>
              <a:rPr lang="en-US">
                <a:latin typeface="Arial"/>
                <a:cs typeface="Arial"/>
              </a:rPr>
              <a:t>Linear probing converges earlier during training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Loss curves highlight optimization dynamics</a:t>
            </a:r>
            <a:endParaRPr lang="en-US"/>
          </a:p>
          <a:p>
            <a:endParaRPr lang="en-US">
              <a:latin typeface="Arial"/>
              <a:cs typeface="Arial"/>
            </a:endParaRPr>
          </a:p>
          <a:p>
            <a:endParaRPr lang="en-DE"/>
          </a:p>
        </p:txBody>
      </p:sp>
      <p:pic>
        <p:nvPicPr>
          <p:cNvPr id="5" name="图片 4" descr="图表, 折线图">
            <a:extLst>
              <a:ext uri="{FF2B5EF4-FFF2-40B4-BE49-F238E27FC236}">
                <a16:creationId xmlns:a16="http://schemas.microsoft.com/office/drawing/2014/main" id="{13FF247B-62E2-3AB0-5A92-C58B2016B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523" y="2230316"/>
            <a:ext cx="5163284" cy="403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05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B8D1F-C5FF-4A4A-3950-BD0E7C9CC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Part III — Results &amp; Observations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618A3B-3601-F162-F9CA-AC43EDAF8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1356"/>
            <a:ext cx="7467600" cy="4034875"/>
          </a:xfrm>
        </p:spPr>
        <p:txBody>
          <a:bodyPr/>
          <a:lstStyle/>
          <a:p>
            <a:pPr>
              <a:buNone/>
            </a:pPr>
            <a:r>
              <a:rPr lang="en-US" b="1">
                <a:latin typeface="Arial"/>
                <a:cs typeface="Arial"/>
              </a:rPr>
              <a:t>Observed Patterns Across Models</a:t>
            </a:r>
            <a:endParaRPr lang="en-US">
              <a:latin typeface="Arial"/>
              <a:cs typeface="Arial"/>
            </a:endParaRPr>
          </a:p>
          <a:p>
            <a:r>
              <a:rPr lang="en-US">
                <a:latin typeface="Arial"/>
                <a:cs typeface="Arial"/>
              </a:rPr>
              <a:t>Fine-tuning consistently leads to higher performance than linear probing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Linear probing converges earlier but saturates at a lower level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ImageNet-pretrained models show more stable behavior across training strategies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Flower-pretraining improves results only under specific conditions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Similar accuracy values can correspond to different learning dynamics</a:t>
            </a:r>
            <a:endParaRPr lang="en-US"/>
          </a:p>
          <a:p>
            <a:endParaRPr lang="en-US">
              <a:cs typeface="Arial"/>
            </a:endParaRPr>
          </a:p>
          <a:p>
            <a:pPr marL="0" indent="0">
              <a:buNone/>
            </a:pPr>
            <a:endParaRPr lang="en-US" b="1">
              <a:cs typeface="Arial"/>
            </a:endParaRP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4348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CAACB-421E-A72D-3844-D8B94795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III — Results &amp; Observations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F38F74-4583-623A-84A3-F22B8773A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Key Observations</a:t>
            </a:r>
          </a:p>
          <a:p>
            <a:r>
              <a:rPr lang="en-US"/>
              <a:t>Fine-tuning improves performance but increases complexity</a:t>
            </a:r>
          </a:p>
          <a:p>
            <a:r>
              <a:rPr lang="en-US"/>
              <a:t>Pretraining source influences feature transferability</a:t>
            </a:r>
          </a:p>
          <a:p>
            <a:r>
              <a:rPr lang="en-US"/>
              <a:t>Model choice involves trade-offs, not a single optimum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4822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1E36A-8C3B-F90D-11A4-A8DDDD50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III — Results &amp; Observations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7DC74F-1090-3FC8-2DCC-7B4CDA8AF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Why These Results Matter for Explainability</a:t>
            </a:r>
          </a:p>
          <a:p>
            <a:r>
              <a:rPr lang="en-US"/>
              <a:t>Explainability depends on learned representations</a:t>
            </a:r>
          </a:p>
          <a:p>
            <a:r>
              <a:rPr lang="en-US"/>
              <a:t>Training strategy shapes what the model attends to</a:t>
            </a:r>
          </a:p>
          <a:p>
            <a:r>
              <a:rPr lang="en-US"/>
              <a:t>Results motivate deeper analysis beyond metrics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9349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3BFDF-2E4B-BDDA-0C48-872A33EA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III — Conclusion &amp; Outlook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0FE721-68F6-DD1F-A6D3-E51235125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latin typeface="Arial"/>
                <a:cs typeface="Arial"/>
              </a:rPr>
              <a:t>Key Takeaways</a:t>
            </a:r>
          </a:p>
          <a:p>
            <a:pPr marL="0" indent="0">
              <a:buNone/>
            </a:pPr>
            <a:endParaRPr lang="en-US" b="1">
              <a:latin typeface="Arial"/>
              <a:cs typeface="Arial"/>
            </a:endParaRPr>
          </a:p>
          <a:p>
            <a:r>
              <a:rPr lang="en-US">
                <a:latin typeface="Arial"/>
                <a:cs typeface="Arial"/>
              </a:rPr>
              <a:t>CNN training involves multiple interacting components</a:t>
            </a:r>
          </a:p>
          <a:p>
            <a:r>
              <a:rPr lang="en-US">
                <a:latin typeface="Arial"/>
                <a:cs typeface="Arial"/>
              </a:rPr>
              <a:t>Training strategy matters as much as pretraining source</a:t>
            </a:r>
          </a:p>
          <a:p>
            <a:r>
              <a:rPr lang="en-US">
                <a:latin typeface="Arial"/>
                <a:cs typeface="Arial"/>
              </a:rPr>
              <a:t>Fine-tuning trades simplicity for adaptability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Controlled comparisons are crucial for understanding model behavior</a:t>
            </a:r>
            <a:endParaRPr lang="en-US"/>
          </a:p>
          <a:p>
            <a:endParaRPr lang="en-DE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153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7744-8157-4454-2E96-BC026C54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Part III — Conclusion &amp; Outlook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C6B68-3467-80E5-0B9C-9C6453B4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latin typeface="Arial"/>
                <a:cs typeface="Arial"/>
              </a:rPr>
              <a:t>Why These Results Matter</a:t>
            </a:r>
            <a:endParaRPr lang="en-US" b="1"/>
          </a:p>
          <a:p>
            <a:r>
              <a:rPr lang="en-US">
                <a:cs typeface="Arial"/>
              </a:rPr>
              <a:t>Results provide a reliable baseline for explainability analysis</a:t>
            </a:r>
          </a:p>
          <a:p>
            <a:r>
              <a:rPr lang="en-US">
                <a:latin typeface="Arial"/>
                <a:cs typeface="Arial"/>
              </a:rPr>
              <a:t>Understanding training behavior is essential before interpreting models</a:t>
            </a:r>
            <a:endParaRPr lang="en-US">
              <a:latin typeface="Arial"/>
            </a:endParaRPr>
          </a:p>
          <a:p>
            <a:r>
              <a:rPr lang="en-US">
                <a:latin typeface="Arial"/>
                <a:cs typeface="Arial"/>
              </a:rPr>
              <a:t>Metrics alone are insufficient for explaining model decisions</a:t>
            </a:r>
            <a:endParaRPr lang="en-US">
              <a:latin typeface="Arial"/>
            </a:endParaRPr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3641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B7382-D2DF-8BE7-EEF3-414F93B0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III — Conclusion &amp; Outlook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FB937-DF11-29B9-A7E9-A32A33699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What We Learned from This Project</a:t>
            </a:r>
          </a:p>
          <a:p>
            <a:r>
              <a:rPr lang="en-US"/>
              <a:t>How pretraining shapes feature extraction</a:t>
            </a:r>
          </a:p>
          <a:p>
            <a:r>
              <a:rPr lang="en-US"/>
              <a:t>When fine-tuning is beneficial and when it is not</a:t>
            </a:r>
          </a:p>
          <a:p>
            <a:r>
              <a:rPr lang="en-US"/>
              <a:t>Why controlled comparisons matter in ML experiments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5295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2A892-226B-68A0-99E2-EC384214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 III — Conclusion &amp; Outlook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31622B-FD2B-B7FD-814E-BF96198CC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Explainability-Oriented Analysis</a:t>
            </a:r>
          </a:p>
          <a:p>
            <a:r>
              <a:rPr lang="en-US"/>
              <a:t>Apply explainability methods to trained models</a:t>
            </a:r>
          </a:p>
          <a:p>
            <a:r>
              <a:rPr lang="en-US"/>
              <a:t>Compare explanations across training strategies</a:t>
            </a:r>
          </a:p>
          <a:p>
            <a:r>
              <a:rPr lang="en-US"/>
              <a:t>Understand how training decisions shape learned representations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18922657"/>
      </p:ext>
    </p:extLst>
  </p:cSld>
  <p:clrMapOvr>
    <a:masterClrMapping/>
  </p:clrMapOvr>
</p:sld>
</file>

<file path=ppt/theme/theme1.xml><?xml version="1.0" encoding="utf-8"?>
<a:theme xmlns:a="http://schemas.openxmlformats.org/drawingml/2006/main" name="Vorlage_ohne_Titelbild_deutsch">
  <a:themeElements>
    <a:clrScheme name="ub-cd-neu-v2-4 1">
      <a:dk1>
        <a:srgbClr val="000000"/>
      </a:dk1>
      <a:lt1>
        <a:srgbClr val="C8D0E2"/>
      </a:lt1>
      <a:dk2>
        <a:srgbClr val="00457D"/>
      </a:dk2>
      <a:lt2>
        <a:srgbClr val="808080"/>
      </a:lt2>
      <a:accent1>
        <a:srgbClr val="5D7FAA"/>
      </a:accent1>
      <a:accent2>
        <a:srgbClr val="97BF0D"/>
      </a:accent2>
      <a:accent3>
        <a:srgbClr val="E0E4EE"/>
      </a:accent3>
      <a:accent4>
        <a:srgbClr val="000000"/>
      </a:accent4>
      <a:accent5>
        <a:srgbClr val="B6C0D2"/>
      </a:accent5>
      <a:accent6>
        <a:srgbClr val="88AD0B"/>
      </a:accent6>
      <a:hlink>
        <a:srgbClr val="92A5C5"/>
      </a:hlink>
      <a:folHlink>
        <a:srgbClr val="C6D982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b-cd-neu-v2-4 1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97BF0D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88AD0B"/>
        </a:accent6>
        <a:hlink>
          <a:srgbClr val="92A5C5"/>
        </a:hlink>
        <a:folHlink>
          <a:srgbClr val="C6D9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2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FFD300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E7BF00"/>
        </a:accent6>
        <a:hlink>
          <a:srgbClr val="92A5C5"/>
        </a:hlink>
        <a:folHlink>
          <a:srgbClr val="FFE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3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E6444F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D03D47"/>
        </a:accent6>
        <a:hlink>
          <a:srgbClr val="92A5C5"/>
        </a:hlink>
        <a:folHlink>
          <a:srgbClr val="F199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4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878783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7A7A76"/>
        </a:accent6>
        <a:hlink>
          <a:srgbClr val="92A5C5"/>
        </a:hlink>
        <a:folHlink>
          <a:srgbClr val="B9BA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5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00457D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003E71"/>
        </a:accent6>
        <a:hlink>
          <a:srgbClr val="92A5C5"/>
        </a:hlink>
        <a:folHlink>
          <a:srgbClr val="C8D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AC66F99ABE3DC4393FB511ACE50483C" ma:contentTypeVersion="10" ma:contentTypeDescription="Ein neues Dokument erstellen." ma:contentTypeScope="" ma:versionID="64ced7093c9bc50848e3210c181153c8">
  <xsd:schema xmlns:xsd="http://www.w3.org/2001/XMLSchema" xmlns:xs="http://www.w3.org/2001/XMLSchema" xmlns:p="http://schemas.microsoft.com/office/2006/metadata/properties" xmlns:ns2="17e7590c-df02-4428-a705-945a3da5bddb" xmlns:ns3="299f7f12-1590-4e2d-9ed5-8c3fd675f5b2" targetNamespace="http://schemas.microsoft.com/office/2006/metadata/properties" ma:root="true" ma:fieldsID="55ea180e05306ed53675a883b96e13af" ns2:_="" ns3:_="">
    <xsd:import namespace="17e7590c-df02-4428-a705-945a3da5bddb"/>
    <xsd:import namespace="299f7f12-1590-4e2d-9ed5-8c3fd675f5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7590c-df02-4428-a705-945a3da5bd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b08dc989-b775-452e-9583-787c9b467a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9f7f12-1590-4e2d-9ed5-8c3fd675f5b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d79808e-0e56-4277-b480-fb925a0b2172}" ma:internalName="TaxCatchAll" ma:showField="CatchAllData" ma:web="299f7f12-1590-4e2d-9ed5-8c3fd675f5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9f7f12-1590-4e2d-9ed5-8c3fd675f5b2" xsi:nil="true"/>
    <lcf76f155ced4ddcb4097134ff3c332f xmlns="17e7590c-df02-4428-a705-945a3da5bdd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D0216D7-EF86-4A0F-894C-AD00C01718AA}">
  <ds:schemaRefs>
    <ds:schemaRef ds:uri="17e7590c-df02-4428-a705-945a3da5bddb"/>
    <ds:schemaRef ds:uri="299f7f12-1590-4e2d-9ed5-8c3fd675f5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622846A-853A-404E-9A26-830C1CC8BD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B6C329-0FA5-4B0F-AB38-AEFCB67B7880}">
  <ds:schemaRefs>
    <ds:schemaRef ds:uri="17e7590c-df02-4428-a705-945a3da5bddb"/>
    <ds:schemaRef ds:uri="299f7f12-1590-4e2d-9ed5-8c3fd675f5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Vorlage_ohne_Titelbild_deutsch</Template>
  <Application>Microsoft Office PowerPoint</Application>
  <PresentationFormat>On-screen Show (4:3)</PresentationFormat>
  <Slides>26</Slides>
  <Notes>0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Vorlage_ohne_Titelbild_deutsch</vt:lpstr>
      <vt:lpstr>Understanding CNN Training Strategies for Image Classification</vt:lpstr>
      <vt:lpstr>Agenda / Outline</vt:lpstr>
      <vt:lpstr>Part I — Project Motivation &amp; Scope</vt:lpstr>
      <vt:lpstr>Part I — CNN Training Intuition</vt:lpstr>
      <vt:lpstr>Part I — CNN Training Intuition</vt:lpstr>
      <vt:lpstr>Part I — CNN Training Intuition</vt:lpstr>
      <vt:lpstr>Part I — CNN Training Intuition</vt:lpstr>
      <vt:lpstr>Part I — CNN Training Intuition</vt:lpstr>
      <vt:lpstr>Part I — CNN Training Intuition</vt:lpstr>
      <vt:lpstr>Part I — CNN Training Intuition</vt:lpstr>
      <vt:lpstr>Part II — Model Design &amp; Comparison</vt:lpstr>
      <vt:lpstr>Part II — Model Design &amp; Comparison</vt:lpstr>
      <vt:lpstr>Part II — Model Design &amp; Comparison</vt:lpstr>
      <vt:lpstr>Part II — Model Design &amp; Comparison</vt:lpstr>
      <vt:lpstr>Part II — Model Design &amp; Comparison</vt:lpstr>
      <vt:lpstr>Part II — Model Design &amp; Comparison</vt:lpstr>
      <vt:lpstr>Part III — Results &amp; Observations</vt:lpstr>
      <vt:lpstr>Part III — Results </vt:lpstr>
      <vt:lpstr>Part III — Results &amp; Observations</vt:lpstr>
      <vt:lpstr>Part III — Results &amp; Observations</vt:lpstr>
      <vt:lpstr>Part III — Results &amp; Observations</vt:lpstr>
      <vt:lpstr>Part III — Results &amp; Observations</vt:lpstr>
      <vt:lpstr>Part III — Conclusion &amp; Outlook</vt:lpstr>
      <vt:lpstr>Part III — Conclusion &amp; Outlook</vt:lpstr>
      <vt:lpstr>Part III — Conclusion &amp; Outlook</vt:lpstr>
      <vt:lpstr>Part III — Conclusion &amp; Outlook</vt:lpstr>
    </vt:vector>
  </TitlesOfParts>
  <Company>Uni-Bamberg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Universität Bamberg</dc:creator>
  <cp:revision>1</cp:revision>
  <dcterms:created xsi:type="dcterms:W3CDTF">2013-05-16T15:49:26Z</dcterms:created>
  <dcterms:modified xsi:type="dcterms:W3CDTF">2025-12-16T02:37:32Z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0x0101000AC66F99ABE3DC4393FB511ACE50483C</vt:lpwstr>
  </property>
  <property fmtid="{D5CDD505-2E9C-101B-9397-08002B2CF9AE}" pid="3" name="MediaServiceImageTags">
    <vt:lpwstr/>
  </property>
</Properties>
</file>